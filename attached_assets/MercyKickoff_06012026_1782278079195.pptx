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264" r:id="rId6"/>
    <p:sldId id="258" r:id="rId7"/>
    <p:sldId id="263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4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CF0300-E720-4723-AB67-0E3564AD3424}" type="doc">
      <dgm:prSet loTypeId="urn:microsoft.com/office/officeart/2005/8/layout/hierarchy3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D6F3F434-35DC-4067-B96B-27B1C08EE87E}">
      <dgm:prSet phldrT="[Text]" phldr="0" custT="1"/>
      <dgm:spPr/>
      <dgm:t>
        <a:bodyPr/>
        <a:lstStyle/>
        <a:p>
          <a:r>
            <a:rPr lang="en-US" sz="800" dirty="0"/>
            <a:t>Compare CMS and HP response against submission</a:t>
          </a:r>
        </a:p>
      </dgm:t>
    </dgm:pt>
    <dgm:pt modelId="{5FE165D8-4FC1-4FE0-A6CC-FDC478C0A957}" type="parTrans" cxnId="{BA0C5C01-249E-40AA-AB6A-54F5E05B1888}">
      <dgm:prSet/>
      <dgm:spPr/>
      <dgm:t>
        <a:bodyPr/>
        <a:lstStyle/>
        <a:p>
          <a:endParaRPr lang="en-US" sz="800"/>
        </a:p>
      </dgm:t>
    </dgm:pt>
    <dgm:pt modelId="{633A2493-86AA-4C9B-8849-ED47A09CBD55}" type="sibTrans" cxnId="{BA0C5C01-249E-40AA-AB6A-54F5E05B1888}">
      <dgm:prSet phldrT="1" phldr="0" custT="1"/>
      <dgm:spPr/>
    </dgm:pt>
    <dgm:pt modelId="{06180A84-0182-4472-8EAA-A9739847E257}">
      <dgm:prSet phldrT="[Text]" phldr="0" custT="1"/>
      <dgm:spPr/>
      <dgm:t>
        <a:bodyPr/>
        <a:lstStyle/>
        <a:p>
          <a:r>
            <a:rPr lang="en-US" sz="800" dirty="0"/>
            <a:t>Investigate Rejects, edits, and member/clinical issues</a:t>
          </a:r>
        </a:p>
      </dgm:t>
    </dgm:pt>
    <dgm:pt modelId="{E1132829-B7E0-47C2-BD3D-3D914E5141D4}" type="parTrans" cxnId="{F3B5428F-6B2A-43E7-B2A5-3E87C75937B9}">
      <dgm:prSet/>
      <dgm:spPr/>
      <dgm:t>
        <a:bodyPr/>
        <a:lstStyle/>
        <a:p>
          <a:endParaRPr lang="en-US" sz="800"/>
        </a:p>
      </dgm:t>
    </dgm:pt>
    <dgm:pt modelId="{EF428890-8B72-4150-9575-2AE4C3D7913F}" type="sibTrans" cxnId="{F3B5428F-6B2A-43E7-B2A5-3E87C75937B9}">
      <dgm:prSet phldrT="2" phldr="0" custT="1"/>
      <dgm:spPr/>
    </dgm:pt>
    <dgm:pt modelId="{191D4EA3-7FD5-4370-8179-ECB8AA86F4EA}">
      <dgm:prSet phldrT="[Text]" phldr="0" custT="1"/>
      <dgm:spPr/>
      <dgm:t>
        <a:bodyPr/>
        <a:lstStyle/>
        <a:p>
          <a:r>
            <a:rPr lang="en-US" sz="800" dirty="0"/>
            <a:t>Address issues and resubmit as needed</a:t>
          </a:r>
        </a:p>
      </dgm:t>
    </dgm:pt>
    <dgm:pt modelId="{32256980-DA71-4B67-A578-02C5AEEDCF8D}" type="parTrans" cxnId="{C28704CA-8967-4B03-8A1F-DC5A46634C5B}">
      <dgm:prSet/>
      <dgm:spPr/>
      <dgm:t>
        <a:bodyPr/>
        <a:lstStyle/>
        <a:p>
          <a:endParaRPr lang="en-US" sz="800"/>
        </a:p>
      </dgm:t>
    </dgm:pt>
    <dgm:pt modelId="{9BEC3696-F7C9-4FB2-BB95-32AC4FFEFE39}" type="sibTrans" cxnId="{C28704CA-8967-4B03-8A1F-DC5A46634C5B}">
      <dgm:prSet phldrT="3" phldr="0" custT="1"/>
      <dgm:spPr/>
    </dgm:pt>
    <dgm:pt modelId="{A9566A4C-DF69-49D6-AA2F-1CEC24628744}">
      <dgm:prSet phldrT="[Text]" phldr="0" custT="1"/>
      <dgm:spPr/>
      <dgm:t>
        <a:bodyPr/>
        <a:lstStyle/>
        <a:p>
          <a:r>
            <a:rPr lang="en-US" sz="800" dirty="0"/>
            <a:t>Outcome and Impact</a:t>
          </a:r>
        </a:p>
      </dgm:t>
    </dgm:pt>
    <dgm:pt modelId="{B1A7B55D-380C-4589-9B0A-830773C76D39}" type="parTrans" cxnId="{F79BE734-922A-4245-A60D-F4B2072133DA}">
      <dgm:prSet/>
      <dgm:spPr/>
      <dgm:t>
        <a:bodyPr/>
        <a:lstStyle/>
        <a:p>
          <a:endParaRPr lang="en-US" sz="800"/>
        </a:p>
      </dgm:t>
    </dgm:pt>
    <dgm:pt modelId="{C5410F29-CABB-4530-91B5-56C9B898CD74}" type="sibTrans" cxnId="{F79BE734-922A-4245-A60D-F4B2072133DA}">
      <dgm:prSet phldrT="4" phldr="0" custT="1"/>
      <dgm:spPr/>
    </dgm:pt>
    <dgm:pt modelId="{9C6518E0-979E-4195-99A0-E2DB40A03003}" type="pres">
      <dgm:prSet presAssocID="{BECF0300-E720-4723-AB67-0E3564AD342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1E09704-8203-4A32-9EB5-CE5711C3E990}" type="pres">
      <dgm:prSet presAssocID="{D6F3F434-35DC-4067-B96B-27B1C08EE87E}" presName="root" presStyleCnt="0"/>
      <dgm:spPr/>
    </dgm:pt>
    <dgm:pt modelId="{B3DB7E73-B9CE-4B1A-BCE4-9B99FE533018}" type="pres">
      <dgm:prSet presAssocID="{D6F3F434-35DC-4067-B96B-27B1C08EE87E}" presName="rootComposite" presStyleCnt="0"/>
      <dgm:spPr/>
    </dgm:pt>
    <dgm:pt modelId="{620D2685-C130-4E1C-BD97-7BCE734084A4}" type="pres">
      <dgm:prSet presAssocID="{D6F3F434-35DC-4067-B96B-27B1C08EE87E}" presName="rootText" presStyleLbl="node1" presStyleIdx="0" presStyleCnt="4"/>
      <dgm:spPr/>
    </dgm:pt>
    <dgm:pt modelId="{9B23E804-339E-4308-9899-806270239725}" type="pres">
      <dgm:prSet presAssocID="{D6F3F434-35DC-4067-B96B-27B1C08EE87E}" presName="rootConnector" presStyleLbl="node1" presStyleIdx="0" presStyleCnt="4"/>
      <dgm:spPr/>
    </dgm:pt>
    <dgm:pt modelId="{005D9B27-88D4-4237-9F8A-4C67A3C2A302}" type="pres">
      <dgm:prSet presAssocID="{D6F3F434-35DC-4067-B96B-27B1C08EE87E}" presName="childShape" presStyleCnt="0"/>
      <dgm:spPr/>
    </dgm:pt>
    <dgm:pt modelId="{FB14971E-37C8-4CC2-AD04-E3C512A44878}" type="pres">
      <dgm:prSet presAssocID="{06180A84-0182-4472-8EAA-A9739847E257}" presName="root" presStyleCnt="0"/>
      <dgm:spPr/>
    </dgm:pt>
    <dgm:pt modelId="{3CC169BA-5F8F-401D-A2FC-831DB4D9B1C2}" type="pres">
      <dgm:prSet presAssocID="{06180A84-0182-4472-8EAA-A9739847E257}" presName="rootComposite" presStyleCnt="0"/>
      <dgm:spPr/>
    </dgm:pt>
    <dgm:pt modelId="{6A18C602-FF33-4C58-8A54-9310960F93BD}" type="pres">
      <dgm:prSet presAssocID="{06180A84-0182-4472-8EAA-A9739847E257}" presName="rootText" presStyleLbl="node1" presStyleIdx="1" presStyleCnt="4"/>
      <dgm:spPr/>
    </dgm:pt>
    <dgm:pt modelId="{8580B8B1-4262-4995-92BB-DCB2885BB777}" type="pres">
      <dgm:prSet presAssocID="{06180A84-0182-4472-8EAA-A9739847E257}" presName="rootConnector" presStyleLbl="node1" presStyleIdx="1" presStyleCnt="4"/>
      <dgm:spPr/>
    </dgm:pt>
    <dgm:pt modelId="{60465BA4-5DD0-4000-8A23-12C23F6AB4A4}" type="pres">
      <dgm:prSet presAssocID="{06180A84-0182-4472-8EAA-A9739847E257}" presName="childShape" presStyleCnt="0"/>
      <dgm:spPr/>
    </dgm:pt>
    <dgm:pt modelId="{2BAA281C-4D7B-4AD6-AC5E-4313FC782CF1}" type="pres">
      <dgm:prSet presAssocID="{191D4EA3-7FD5-4370-8179-ECB8AA86F4EA}" presName="root" presStyleCnt="0"/>
      <dgm:spPr/>
    </dgm:pt>
    <dgm:pt modelId="{8CC4A097-CCD2-4A57-9B5C-BA94BBBAC7E0}" type="pres">
      <dgm:prSet presAssocID="{191D4EA3-7FD5-4370-8179-ECB8AA86F4EA}" presName="rootComposite" presStyleCnt="0"/>
      <dgm:spPr/>
    </dgm:pt>
    <dgm:pt modelId="{918EBA67-3887-4D76-81BF-30B7F0B4246A}" type="pres">
      <dgm:prSet presAssocID="{191D4EA3-7FD5-4370-8179-ECB8AA86F4EA}" presName="rootText" presStyleLbl="node1" presStyleIdx="2" presStyleCnt="4"/>
      <dgm:spPr/>
    </dgm:pt>
    <dgm:pt modelId="{6EA20EDB-1B62-4CF4-96A6-0F5F9F157E7F}" type="pres">
      <dgm:prSet presAssocID="{191D4EA3-7FD5-4370-8179-ECB8AA86F4EA}" presName="rootConnector" presStyleLbl="node1" presStyleIdx="2" presStyleCnt="4"/>
      <dgm:spPr/>
    </dgm:pt>
    <dgm:pt modelId="{87FEB7DD-3383-4952-88DA-4DC1E44F807B}" type="pres">
      <dgm:prSet presAssocID="{191D4EA3-7FD5-4370-8179-ECB8AA86F4EA}" presName="childShape" presStyleCnt="0"/>
      <dgm:spPr/>
    </dgm:pt>
    <dgm:pt modelId="{9D02D92A-57CB-4C75-BBF0-6575765342C4}" type="pres">
      <dgm:prSet presAssocID="{A9566A4C-DF69-49D6-AA2F-1CEC24628744}" presName="root" presStyleCnt="0"/>
      <dgm:spPr/>
    </dgm:pt>
    <dgm:pt modelId="{87410093-78CE-4AF1-8439-56A9BE17E04A}" type="pres">
      <dgm:prSet presAssocID="{A9566A4C-DF69-49D6-AA2F-1CEC24628744}" presName="rootComposite" presStyleCnt="0"/>
      <dgm:spPr/>
    </dgm:pt>
    <dgm:pt modelId="{DF0F4237-FF3F-48AC-8883-95BC1F18D9CD}" type="pres">
      <dgm:prSet presAssocID="{A9566A4C-DF69-49D6-AA2F-1CEC24628744}" presName="rootText" presStyleLbl="node1" presStyleIdx="3" presStyleCnt="4"/>
      <dgm:spPr/>
    </dgm:pt>
    <dgm:pt modelId="{01608ED4-7D22-46C0-91DB-5F2A5E898275}" type="pres">
      <dgm:prSet presAssocID="{A9566A4C-DF69-49D6-AA2F-1CEC24628744}" presName="rootConnector" presStyleLbl="node1" presStyleIdx="3" presStyleCnt="4"/>
      <dgm:spPr/>
    </dgm:pt>
    <dgm:pt modelId="{3FB95600-038F-4D7F-B165-CD0B409796CF}" type="pres">
      <dgm:prSet presAssocID="{A9566A4C-DF69-49D6-AA2F-1CEC24628744}" presName="childShape" presStyleCnt="0"/>
      <dgm:spPr/>
    </dgm:pt>
  </dgm:ptLst>
  <dgm:cxnLst>
    <dgm:cxn modelId="{BA0C5C01-249E-40AA-AB6A-54F5E05B1888}" srcId="{BECF0300-E720-4723-AB67-0E3564AD3424}" destId="{D6F3F434-35DC-4067-B96B-27B1C08EE87E}" srcOrd="0" destOrd="0" parTransId="{5FE165D8-4FC1-4FE0-A6CC-FDC478C0A957}" sibTransId="{633A2493-86AA-4C9B-8849-ED47A09CBD55}"/>
    <dgm:cxn modelId="{4B632C19-3DB2-4F68-B213-390423A654AD}" type="presOf" srcId="{BECF0300-E720-4723-AB67-0E3564AD3424}" destId="{9C6518E0-979E-4195-99A0-E2DB40A03003}" srcOrd="0" destOrd="0" presId="urn:microsoft.com/office/officeart/2005/8/layout/hierarchy3"/>
    <dgm:cxn modelId="{DA20A431-D6A2-4B56-8FC1-9C9ECA6683F3}" type="presOf" srcId="{A9566A4C-DF69-49D6-AA2F-1CEC24628744}" destId="{01608ED4-7D22-46C0-91DB-5F2A5E898275}" srcOrd="1" destOrd="0" presId="urn:microsoft.com/office/officeart/2005/8/layout/hierarchy3"/>
    <dgm:cxn modelId="{F79BE734-922A-4245-A60D-F4B2072133DA}" srcId="{BECF0300-E720-4723-AB67-0E3564AD3424}" destId="{A9566A4C-DF69-49D6-AA2F-1CEC24628744}" srcOrd="3" destOrd="0" parTransId="{B1A7B55D-380C-4589-9B0A-830773C76D39}" sibTransId="{C5410F29-CABB-4530-91B5-56C9B898CD74}"/>
    <dgm:cxn modelId="{194F3963-D1A7-4BA7-A93E-74C949656535}" type="presOf" srcId="{D6F3F434-35DC-4067-B96B-27B1C08EE87E}" destId="{620D2685-C130-4E1C-BD97-7BCE734084A4}" srcOrd="0" destOrd="0" presId="urn:microsoft.com/office/officeart/2005/8/layout/hierarchy3"/>
    <dgm:cxn modelId="{B130AE79-9761-43F5-989A-4D8A8672A23B}" type="presOf" srcId="{A9566A4C-DF69-49D6-AA2F-1CEC24628744}" destId="{DF0F4237-FF3F-48AC-8883-95BC1F18D9CD}" srcOrd="0" destOrd="0" presId="urn:microsoft.com/office/officeart/2005/8/layout/hierarchy3"/>
    <dgm:cxn modelId="{F3B5428F-6B2A-43E7-B2A5-3E87C75937B9}" srcId="{BECF0300-E720-4723-AB67-0E3564AD3424}" destId="{06180A84-0182-4472-8EAA-A9739847E257}" srcOrd="1" destOrd="0" parTransId="{E1132829-B7E0-47C2-BD3D-3D914E5141D4}" sibTransId="{EF428890-8B72-4150-9575-2AE4C3D7913F}"/>
    <dgm:cxn modelId="{622A09AC-5860-48E0-ADB2-E571610FDD26}" type="presOf" srcId="{06180A84-0182-4472-8EAA-A9739847E257}" destId="{6A18C602-FF33-4C58-8A54-9310960F93BD}" srcOrd="0" destOrd="0" presId="urn:microsoft.com/office/officeart/2005/8/layout/hierarchy3"/>
    <dgm:cxn modelId="{4C9F1AB1-2B33-4DB8-AE31-86AEC6CA58D9}" type="presOf" srcId="{D6F3F434-35DC-4067-B96B-27B1C08EE87E}" destId="{9B23E804-339E-4308-9899-806270239725}" srcOrd="1" destOrd="0" presId="urn:microsoft.com/office/officeart/2005/8/layout/hierarchy3"/>
    <dgm:cxn modelId="{C28704CA-8967-4B03-8A1F-DC5A46634C5B}" srcId="{BECF0300-E720-4723-AB67-0E3564AD3424}" destId="{191D4EA3-7FD5-4370-8179-ECB8AA86F4EA}" srcOrd="2" destOrd="0" parTransId="{32256980-DA71-4B67-A578-02C5AEEDCF8D}" sibTransId="{9BEC3696-F7C9-4FB2-BB95-32AC4FFEFE39}"/>
    <dgm:cxn modelId="{91D7AECB-9DB7-4DAB-B9D0-BDE89454A300}" type="presOf" srcId="{06180A84-0182-4472-8EAA-A9739847E257}" destId="{8580B8B1-4262-4995-92BB-DCB2885BB777}" srcOrd="1" destOrd="0" presId="urn:microsoft.com/office/officeart/2005/8/layout/hierarchy3"/>
    <dgm:cxn modelId="{8090D6DB-A2F9-444E-BED7-2105F96654F0}" type="presOf" srcId="{191D4EA3-7FD5-4370-8179-ECB8AA86F4EA}" destId="{918EBA67-3887-4D76-81BF-30B7F0B4246A}" srcOrd="0" destOrd="0" presId="urn:microsoft.com/office/officeart/2005/8/layout/hierarchy3"/>
    <dgm:cxn modelId="{138658EF-766B-4953-A801-8A6E56611E28}" type="presOf" srcId="{191D4EA3-7FD5-4370-8179-ECB8AA86F4EA}" destId="{6EA20EDB-1B62-4CF4-96A6-0F5F9F157E7F}" srcOrd="1" destOrd="0" presId="urn:microsoft.com/office/officeart/2005/8/layout/hierarchy3"/>
    <dgm:cxn modelId="{A6145FE3-BC9A-4777-8F1F-79D761C330E5}" type="presParOf" srcId="{9C6518E0-979E-4195-99A0-E2DB40A03003}" destId="{D1E09704-8203-4A32-9EB5-CE5711C3E990}" srcOrd="0" destOrd="0" presId="urn:microsoft.com/office/officeart/2005/8/layout/hierarchy3"/>
    <dgm:cxn modelId="{B4E1E062-A92E-4DC3-9C3F-C62A6E5A8174}" type="presParOf" srcId="{D1E09704-8203-4A32-9EB5-CE5711C3E990}" destId="{B3DB7E73-B9CE-4B1A-BCE4-9B99FE533018}" srcOrd="0" destOrd="0" presId="urn:microsoft.com/office/officeart/2005/8/layout/hierarchy3"/>
    <dgm:cxn modelId="{2A9D4B73-B206-4154-ABB4-8BB8BFE3A441}" type="presParOf" srcId="{B3DB7E73-B9CE-4B1A-BCE4-9B99FE533018}" destId="{620D2685-C130-4E1C-BD97-7BCE734084A4}" srcOrd="0" destOrd="0" presId="urn:microsoft.com/office/officeart/2005/8/layout/hierarchy3"/>
    <dgm:cxn modelId="{AD866B7E-85BE-4068-B61F-A94258515754}" type="presParOf" srcId="{B3DB7E73-B9CE-4B1A-BCE4-9B99FE533018}" destId="{9B23E804-339E-4308-9899-806270239725}" srcOrd="1" destOrd="0" presId="urn:microsoft.com/office/officeart/2005/8/layout/hierarchy3"/>
    <dgm:cxn modelId="{43D1424D-8576-41C0-8258-2604298EAFA8}" type="presParOf" srcId="{D1E09704-8203-4A32-9EB5-CE5711C3E990}" destId="{005D9B27-88D4-4237-9F8A-4C67A3C2A302}" srcOrd="1" destOrd="0" presId="urn:microsoft.com/office/officeart/2005/8/layout/hierarchy3"/>
    <dgm:cxn modelId="{D74DD2FC-5B65-4769-B2E7-17D4A3CD0AAB}" type="presParOf" srcId="{9C6518E0-979E-4195-99A0-E2DB40A03003}" destId="{FB14971E-37C8-4CC2-AD04-E3C512A44878}" srcOrd="1" destOrd="0" presId="urn:microsoft.com/office/officeart/2005/8/layout/hierarchy3"/>
    <dgm:cxn modelId="{3D382AC5-8C44-4232-A6CE-4BD685D3B576}" type="presParOf" srcId="{FB14971E-37C8-4CC2-AD04-E3C512A44878}" destId="{3CC169BA-5F8F-401D-A2FC-831DB4D9B1C2}" srcOrd="0" destOrd="0" presId="urn:microsoft.com/office/officeart/2005/8/layout/hierarchy3"/>
    <dgm:cxn modelId="{E91CB72A-35E0-4E58-8D1F-96FC3E845999}" type="presParOf" srcId="{3CC169BA-5F8F-401D-A2FC-831DB4D9B1C2}" destId="{6A18C602-FF33-4C58-8A54-9310960F93BD}" srcOrd="0" destOrd="0" presId="urn:microsoft.com/office/officeart/2005/8/layout/hierarchy3"/>
    <dgm:cxn modelId="{3B4DD1B2-7C3F-481E-94DB-84710E221CCF}" type="presParOf" srcId="{3CC169BA-5F8F-401D-A2FC-831DB4D9B1C2}" destId="{8580B8B1-4262-4995-92BB-DCB2885BB777}" srcOrd="1" destOrd="0" presId="urn:microsoft.com/office/officeart/2005/8/layout/hierarchy3"/>
    <dgm:cxn modelId="{911AF968-EF4B-48DF-9C1C-DC81DDDEA105}" type="presParOf" srcId="{FB14971E-37C8-4CC2-AD04-E3C512A44878}" destId="{60465BA4-5DD0-4000-8A23-12C23F6AB4A4}" srcOrd="1" destOrd="0" presId="urn:microsoft.com/office/officeart/2005/8/layout/hierarchy3"/>
    <dgm:cxn modelId="{50B9FFD4-1651-454F-80AE-339632832D77}" type="presParOf" srcId="{9C6518E0-979E-4195-99A0-E2DB40A03003}" destId="{2BAA281C-4D7B-4AD6-AC5E-4313FC782CF1}" srcOrd="2" destOrd="0" presId="urn:microsoft.com/office/officeart/2005/8/layout/hierarchy3"/>
    <dgm:cxn modelId="{556ED3AC-EEF6-48DD-A974-7E68D95424BD}" type="presParOf" srcId="{2BAA281C-4D7B-4AD6-AC5E-4313FC782CF1}" destId="{8CC4A097-CCD2-4A57-9B5C-BA94BBBAC7E0}" srcOrd="0" destOrd="0" presId="urn:microsoft.com/office/officeart/2005/8/layout/hierarchy3"/>
    <dgm:cxn modelId="{CF8B7C30-52C1-4850-B355-93CB3CE16D17}" type="presParOf" srcId="{8CC4A097-CCD2-4A57-9B5C-BA94BBBAC7E0}" destId="{918EBA67-3887-4D76-81BF-30B7F0B4246A}" srcOrd="0" destOrd="0" presId="urn:microsoft.com/office/officeart/2005/8/layout/hierarchy3"/>
    <dgm:cxn modelId="{4CCD38E9-62F4-4194-84F9-169DF5FFF411}" type="presParOf" srcId="{8CC4A097-CCD2-4A57-9B5C-BA94BBBAC7E0}" destId="{6EA20EDB-1B62-4CF4-96A6-0F5F9F157E7F}" srcOrd="1" destOrd="0" presId="urn:microsoft.com/office/officeart/2005/8/layout/hierarchy3"/>
    <dgm:cxn modelId="{8F6CA68B-5009-4B39-914E-A856F0B529C7}" type="presParOf" srcId="{2BAA281C-4D7B-4AD6-AC5E-4313FC782CF1}" destId="{87FEB7DD-3383-4952-88DA-4DC1E44F807B}" srcOrd="1" destOrd="0" presId="urn:microsoft.com/office/officeart/2005/8/layout/hierarchy3"/>
    <dgm:cxn modelId="{1F9009CE-5FA6-4982-B899-7B07C58B2DD5}" type="presParOf" srcId="{9C6518E0-979E-4195-99A0-E2DB40A03003}" destId="{9D02D92A-57CB-4C75-BBF0-6575765342C4}" srcOrd="3" destOrd="0" presId="urn:microsoft.com/office/officeart/2005/8/layout/hierarchy3"/>
    <dgm:cxn modelId="{1F1A86C5-ED24-4DD2-976F-B0C577432AC8}" type="presParOf" srcId="{9D02D92A-57CB-4C75-BBF0-6575765342C4}" destId="{87410093-78CE-4AF1-8439-56A9BE17E04A}" srcOrd="0" destOrd="0" presId="urn:microsoft.com/office/officeart/2005/8/layout/hierarchy3"/>
    <dgm:cxn modelId="{654DE0C0-E1E6-4B90-836C-A5E6DF6E2B31}" type="presParOf" srcId="{87410093-78CE-4AF1-8439-56A9BE17E04A}" destId="{DF0F4237-FF3F-48AC-8883-95BC1F18D9CD}" srcOrd="0" destOrd="0" presId="urn:microsoft.com/office/officeart/2005/8/layout/hierarchy3"/>
    <dgm:cxn modelId="{9D02355D-167B-4720-BF2D-6F763B81D4F2}" type="presParOf" srcId="{87410093-78CE-4AF1-8439-56A9BE17E04A}" destId="{01608ED4-7D22-46C0-91DB-5F2A5E898275}" srcOrd="1" destOrd="0" presId="urn:microsoft.com/office/officeart/2005/8/layout/hierarchy3"/>
    <dgm:cxn modelId="{5C956B67-2C64-4A29-843B-8EEFC1D1373E}" type="presParOf" srcId="{9D02D92A-57CB-4C75-BBF0-6575765342C4}" destId="{3FB95600-038F-4D7F-B165-CD0B409796CF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52B03D-18EF-4877-B38C-1B113C57C012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8F53C59-C829-4105-9355-49C0D7503C68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endParaRPr lang="en-US" dirty="0"/>
        </a:p>
      </dgm:t>
    </dgm:pt>
    <dgm:pt modelId="{0375C8BC-A939-42C6-B552-D16B6126BCC7}" type="parTrans" cxnId="{437872C2-A6E0-4C46-9AD5-07B5B225291C}">
      <dgm:prSet/>
      <dgm:spPr/>
      <dgm:t>
        <a:bodyPr/>
        <a:lstStyle/>
        <a:p>
          <a:endParaRPr lang="en-US"/>
        </a:p>
      </dgm:t>
    </dgm:pt>
    <dgm:pt modelId="{4F3B6CB5-58C4-40A4-AA87-A25CFE1F7C15}" type="sibTrans" cxnId="{437872C2-A6E0-4C46-9AD5-07B5B225291C}">
      <dgm:prSet/>
      <dgm:spPr/>
      <dgm:t>
        <a:bodyPr/>
        <a:lstStyle/>
        <a:p>
          <a:endParaRPr lang="en-US"/>
        </a:p>
      </dgm:t>
    </dgm:pt>
    <dgm:pt modelId="{1A1349AA-3EC8-4E74-8D2C-B419396BF0FA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en-US" b="1" dirty="0"/>
            <a:t>Executive Sponsors</a:t>
          </a:r>
          <a:endParaRPr lang="en-US" dirty="0"/>
        </a:p>
      </dgm:t>
    </dgm:pt>
    <dgm:pt modelId="{82818BB2-9D98-45AF-89CD-0C89160007E6}" type="parTrans" cxnId="{665B7F40-0F8B-4285-B82E-72ABCC68B8AF}">
      <dgm:prSet/>
      <dgm:spPr/>
      <dgm:t>
        <a:bodyPr/>
        <a:lstStyle/>
        <a:p>
          <a:endParaRPr lang="en-US"/>
        </a:p>
      </dgm:t>
    </dgm:pt>
    <dgm:pt modelId="{0EC7018C-EF60-46B1-8621-89DF7AE8FB8D}" type="sibTrans" cxnId="{665B7F40-0F8B-4285-B82E-72ABCC68B8AF}">
      <dgm:prSet/>
      <dgm:spPr/>
      <dgm:t>
        <a:bodyPr/>
        <a:lstStyle/>
        <a:p>
          <a:endParaRPr lang="en-US"/>
        </a:p>
      </dgm:t>
    </dgm:pt>
    <dgm:pt modelId="{68136FA2-6949-4930-8EF9-5541FD27EAD9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Gavin Helton</a:t>
          </a:r>
        </a:p>
      </dgm:t>
    </dgm:pt>
    <dgm:pt modelId="{B76229AF-5838-439D-ADAA-54DB7BE47AB3}" type="parTrans" cxnId="{AC1A3491-8A93-4313-B5FF-681DA0EB60A5}">
      <dgm:prSet/>
      <dgm:spPr/>
      <dgm:t>
        <a:bodyPr/>
        <a:lstStyle/>
        <a:p>
          <a:endParaRPr lang="en-US"/>
        </a:p>
      </dgm:t>
    </dgm:pt>
    <dgm:pt modelId="{FC455DFD-124C-4AD4-8970-981BDD6F2952}" type="sibTrans" cxnId="{AC1A3491-8A93-4313-B5FF-681DA0EB60A5}">
      <dgm:prSet/>
      <dgm:spPr/>
      <dgm:t>
        <a:bodyPr/>
        <a:lstStyle/>
        <a:p>
          <a:endParaRPr lang="en-US"/>
        </a:p>
      </dgm:t>
    </dgm:pt>
    <dgm:pt modelId="{EB9A5A9B-40EB-46EE-8CE1-D46D496F5988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Michael Sarli</a:t>
          </a:r>
        </a:p>
      </dgm:t>
    </dgm:pt>
    <dgm:pt modelId="{A6D57841-EDC2-4F7F-A13F-ED54FF2E8B4A}" type="parTrans" cxnId="{ABC41414-0A24-40FF-BEDA-E9ECC2544FFB}">
      <dgm:prSet/>
      <dgm:spPr/>
      <dgm:t>
        <a:bodyPr/>
        <a:lstStyle/>
        <a:p>
          <a:endParaRPr lang="en-US"/>
        </a:p>
      </dgm:t>
    </dgm:pt>
    <dgm:pt modelId="{114DBDBA-8747-4475-800F-00D9628CFC8D}" type="sibTrans" cxnId="{ABC41414-0A24-40FF-BEDA-E9ECC2544FFB}">
      <dgm:prSet/>
      <dgm:spPr/>
      <dgm:t>
        <a:bodyPr/>
        <a:lstStyle/>
        <a:p>
          <a:endParaRPr lang="en-US"/>
        </a:p>
      </dgm:t>
    </dgm:pt>
    <dgm:pt modelId="{F0CB3176-1660-4A12-8801-E290B887BDBA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en-US" b="1" dirty="0"/>
            <a:t>Project Lead</a:t>
          </a:r>
          <a:endParaRPr lang="en-US" dirty="0"/>
        </a:p>
      </dgm:t>
    </dgm:pt>
    <dgm:pt modelId="{883E90BC-D9E5-4B06-B76E-467B2D16B5BA}" type="parTrans" cxnId="{C927063E-D865-45A2-89A9-369FD2C3FF36}">
      <dgm:prSet/>
      <dgm:spPr/>
      <dgm:t>
        <a:bodyPr/>
        <a:lstStyle/>
        <a:p>
          <a:endParaRPr lang="en-US"/>
        </a:p>
      </dgm:t>
    </dgm:pt>
    <dgm:pt modelId="{0FF838F0-BB88-40EF-B7FF-D502D89DEEE8}" type="sibTrans" cxnId="{C927063E-D865-45A2-89A9-369FD2C3FF36}">
      <dgm:prSet/>
      <dgm:spPr/>
      <dgm:t>
        <a:bodyPr/>
        <a:lstStyle/>
        <a:p>
          <a:endParaRPr lang="en-US"/>
        </a:p>
      </dgm:t>
    </dgm:pt>
    <dgm:pt modelId="{E19DC4B9-10CC-40AD-8E7C-E52C097BA727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Sandra Weiler</a:t>
          </a:r>
        </a:p>
      </dgm:t>
    </dgm:pt>
    <dgm:pt modelId="{EEAAC084-FE87-4BC3-A3C7-EC077BC0D9A2}" type="parTrans" cxnId="{DC7A1CF3-6FAE-4D6C-B9D8-DF39FD9201C0}">
      <dgm:prSet/>
      <dgm:spPr/>
      <dgm:t>
        <a:bodyPr/>
        <a:lstStyle/>
        <a:p>
          <a:endParaRPr lang="en-US"/>
        </a:p>
      </dgm:t>
    </dgm:pt>
    <dgm:pt modelId="{6A45EEA2-6585-4D3B-A4DB-9B4AF27542ED}" type="sibTrans" cxnId="{DC7A1CF3-6FAE-4D6C-B9D8-DF39FD9201C0}">
      <dgm:prSet/>
      <dgm:spPr/>
      <dgm:t>
        <a:bodyPr/>
        <a:lstStyle/>
        <a:p>
          <a:endParaRPr lang="en-US"/>
        </a:p>
      </dgm:t>
    </dgm:pt>
    <dgm:pt modelId="{EBFBF2BA-599F-4329-AEB4-8CB5C4B7C636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en-US" b="1" dirty="0"/>
            <a:t>Primary Discovery Resources</a:t>
          </a:r>
          <a:endParaRPr lang="en-US" dirty="0"/>
        </a:p>
      </dgm:t>
    </dgm:pt>
    <dgm:pt modelId="{2BC4B4B3-6F93-4CDB-A6EC-B2D86DBF40C4}" type="parTrans" cxnId="{FBA1CF34-459D-4BD0-934F-079FCF70AE3C}">
      <dgm:prSet/>
      <dgm:spPr/>
      <dgm:t>
        <a:bodyPr/>
        <a:lstStyle/>
        <a:p>
          <a:endParaRPr lang="en-US"/>
        </a:p>
      </dgm:t>
    </dgm:pt>
    <dgm:pt modelId="{95A81BEC-AFEA-4FAC-A457-0DDCF2F4A46A}" type="sibTrans" cxnId="{FBA1CF34-459D-4BD0-934F-079FCF70AE3C}">
      <dgm:prSet/>
      <dgm:spPr/>
      <dgm:t>
        <a:bodyPr/>
        <a:lstStyle/>
        <a:p>
          <a:endParaRPr lang="en-US"/>
        </a:p>
      </dgm:t>
    </dgm:pt>
    <dgm:pt modelId="{032088AC-F576-4845-91E0-B84A2AFC69CF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Fred Chen </a:t>
          </a:r>
        </a:p>
      </dgm:t>
    </dgm:pt>
    <dgm:pt modelId="{46F6C30D-F0F9-4028-BB59-F504BE9D3D16}" type="parTrans" cxnId="{C8D9C3D3-00ED-4CDC-9739-96728D106E81}">
      <dgm:prSet/>
      <dgm:spPr/>
      <dgm:t>
        <a:bodyPr/>
        <a:lstStyle/>
        <a:p>
          <a:endParaRPr lang="en-US"/>
        </a:p>
      </dgm:t>
    </dgm:pt>
    <dgm:pt modelId="{E01666A9-8FA9-44D9-8D7D-5AC388153895}" type="sibTrans" cxnId="{C8D9C3D3-00ED-4CDC-9739-96728D106E81}">
      <dgm:prSet/>
      <dgm:spPr/>
      <dgm:t>
        <a:bodyPr/>
        <a:lstStyle/>
        <a:p>
          <a:endParaRPr lang="en-US"/>
        </a:p>
      </dgm:t>
    </dgm:pt>
    <dgm:pt modelId="{AAEAB55F-9589-4779-8C80-01E4965BCC0C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Jennifer Oldfather </a:t>
          </a:r>
        </a:p>
      </dgm:t>
    </dgm:pt>
    <dgm:pt modelId="{47974EB4-E6AF-4A92-9426-A7B32EF2F915}" type="parTrans" cxnId="{B5A0D828-8856-48B1-A6CA-B25C7A11DAD7}">
      <dgm:prSet/>
      <dgm:spPr/>
      <dgm:t>
        <a:bodyPr/>
        <a:lstStyle/>
        <a:p>
          <a:endParaRPr lang="en-US"/>
        </a:p>
      </dgm:t>
    </dgm:pt>
    <dgm:pt modelId="{7FEF0641-8B71-410C-A934-68118574BE21}" type="sibTrans" cxnId="{B5A0D828-8856-48B1-A6CA-B25C7A11DAD7}">
      <dgm:prSet/>
      <dgm:spPr/>
      <dgm:t>
        <a:bodyPr/>
        <a:lstStyle/>
        <a:p>
          <a:endParaRPr lang="en-US"/>
        </a:p>
      </dgm:t>
    </dgm:pt>
    <dgm:pt modelId="{14B7A990-D151-406D-9EEF-E9CB8DA77C97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Linda Reed </a:t>
          </a:r>
        </a:p>
      </dgm:t>
    </dgm:pt>
    <dgm:pt modelId="{740E6074-E343-4D49-AE26-5489E485EC73}" type="parTrans" cxnId="{254860BE-5133-4FF9-8DFD-E0436787095E}">
      <dgm:prSet/>
      <dgm:spPr/>
      <dgm:t>
        <a:bodyPr/>
        <a:lstStyle/>
        <a:p>
          <a:endParaRPr lang="en-US"/>
        </a:p>
      </dgm:t>
    </dgm:pt>
    <dgm:pt modelId="{D1B33F12-5FEB-4F50-ABEC-F4C01A9940D1}" type="sibTrans" cxnId="{254860BE-5133-4FF9-8DFD-E0436787095E}">
      <dgm:prSet/>
      <dgm:spPr/>
      <dgm:t>
        <a:bodyPr/>
        <a:lstStyle/>
        <a:p>
          <a:endParaRPr lang="en-US"/>
        </a:p>
      </dgm:t>
    </dgm:pt>
    <dgm:pt modelId="{AA08A235-ABDA-4934-A97C-68A3BFE4DBC6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Ronald Goode</a:t>
          </a:r>
        </a:p>
      </dgm:t>
    </dgm:pt>
    <dgm:pt modelId="{A032F0C6-D37A-43AE-AE6C-58C2AFEDFCC0}" type="parTrans" cxnId="{80792150-EF09-4486-8455-80C4B1F2FD18}">
      <dgm:prSet/>
      <dgm:spPr/>
      <dgm:t>
        <a:bodyPr/>
        <a:lstStyle/>
        <a:p>
          <a:endParaRPr lang="en-US"/>
        </a:p>
      </dgm:t>
    </dgm:pt>
    <dgm:pt modelId="{C34FD95A-52B3-498B-8D65-EA6626C31491}" type="sibTrans" cxnId="{80792150-EF09-4486-8455-80C4B1F2FD18}">
      <dgm:prSet/>
      <dgm:spPr/>
      <dgm:t>
        <a:bodyPr/>
        <a:lstStyle/>
        <a:p>
          <a:endParaRPr lang="en-US"/>
        </a:p>
      </dgm:t>
    </dgm:pt>
    <dgm:pt modelId="{FEA90C3F-622C-4AE4-8C97-2297BF7392B6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en-US" b="1" dirty="0"/>
            <a:t>Supporting Participants</a:t>
          </a:r>
          <a:endParaRPr lang="en-US" dirty="0"/>
        </a:p>
      </dgm:t>
    </dgm:pt>
    <dgm:pt modelId="{5E3BE35F-DA5B-4BD1-9181-A2B88DC09CF0}" type="parTrans" cxnId="{B095DDDD-D657-43FB-A941-210A68A2C1CC}">
      <dgm:prSet/>
      <dgm:spPr/>
      <dgm:t>
        <a:bodyPr/>
        <a:lstStyle/>
        <a:p>
          <a:endParaRPr lang="en-US"/>
        </a:p>
      </dgm:t>
    </dgm:pt>
    <dgm:pt modelId="{B78E0C6D-1272-400C-80A5-6C04568EB6C9}" type="sibTrans" cxnId="{B095DDDD-D657-43FB-A941-210A68A2C1CC}">
      <dgm:prSet/>
      <dgm:spPr/>
      <dgm:t>
        <a:bodyPr/>
        <a:lstStyle/>
        <a:p>
          <a:endParaRPr lang="en-US"/>
        </a:p>
      </dgm:t>
    </dgm:pt>
    <dgm:pt modelId="{3C89B3C5-89EB-4E0A-885D-46C7007986F4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Amber Bruno </a:t>
          </a:r>
        </a:p>
      </dgm:t>
    </dgm:pt>
    <dgm:pt modelId="{F5E8581D-D426-4857-9114-A318BCC4C14A}" type="parTrans" cxnId="{E169885B-E403-4C1C-9BA2-A858FDB862C5}">
      <dgm:prSet/>
      <dgm:spPr/>
      <dgm:t>
        <a:bodyPr/>
        <a:lstStyle/>
        <a:p>
          <a:endParaRPr lang="en-US"/>
        </a:p>
      </dgm:t>
    </dgm:pt>
    <dgm:pt modelId="{6E98E332-B925-401C-A6DB-8286611D790D}" type="sibTrans" cxnId="{E169885B-E403-4C1C-9BA2-A858FDB862C5}">
      <dgm:prSet/>
      <dgm:spPr/>
      <dgm:t>
        <a:bodyPr/>
        <a:lstStyle/>
        <a:p>
          <a:endParaRPr lang="en-US"/>
        </a:p>
      </dgm:t>
    </dgm:pt>
    <dgm:pt modelId="{F1F5B01C-E8D8-4C43-8AF1-2FFD308527DF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Emily Hogan </a:t>
          </a:r>
        </a:p>
      </dgm:t>
    </dgm:pt>
    <dgm:pt modelId="{A5FD29A6-E466-4F5A-816F-597137222F72}" type="parTrans" cxnId="{E35486BD-E1BD-41EE-8F43-7EFF810CE417}">
      <dgm:prSet/>
      <dgm:spPr/>
      <dgm:t>
        <a:bodyPr/>
        <a:lstStyle/>
        <a:p>
          <a:endParaRPr lang="en-US"/>
        </a:p>
      </dgm:t>
    </dgm:pt>
    <dgm:pt modelId="{9B12F1F2-37EC-435F-A6BA-465BAF5199C8}" type="sibTrans" cxnId="{E35486BD-E1BD-41EE-8F43-7EFF810CE417}">
      <dgm:prSet/>
      <dgm:spPr/>
      <dgm:t>
        <a:bodyPr/>
        <a:lstStyle/>
        <a:p>
          <a:endParaRPr lang="en-US"/>
        </a:p>
      </dgm:t>
    </dgm:pt>
    <dgm:pt modelId="{4E19C504-6425-440F-8A0E-39511F4484DB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Kalli Castille </a:t>
          </a:r>
        </a:p>
      </dgm:t>
    </dgm:pt>
    <dgm:pt modelId="{B66140C5-244B-424A-9EDF-053E5A1CCE92}" type="parTrans" cxnId="{941E5857-395A-4BD8-AB05-4CBC921329DB}">
      <dgm:prSet/>
      <dgm:spPr/>
      <dgm:t>
        <a:bodyPr/>
        <a:lstStyle/>
        <a:p>
          <a:endParaRPr lang="en-US"/>
        </a:p>
      </dgm:t>
    </dgm:pt>
    <dgm:pt modelId="{E9C0EFFE-B7A6-4DB2-9A7B-1B6DF2F9F19D}" type="sibTrans" cxnId="{941E5857-395A-4BD8-AB05-4CBC921329DB}">
      <dgm:prSet/>
      <dgm:spPr/>
      <dgm:t>
        <a:bodyPr/>
        <a:lstStyle/>
        <a:p>
          <a:endParaRPr lang="en-US"/>
        </a:p>
      </dgm:t>
    </dgm:pt>
    <dgm:pt modelId="{2995D3AD-B89F-41FA-9724-6C81FDE92A93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Kate Barker </a:t>
          </a:r>
        </a:p>
      </dgm:t>
    </dgm:pt>
    <dgm:pt modelId="{1B1EBDB5-9FD3-49FB-9107-E7BBB8564833}" type="parTrans" cxnId="{9974EBD4-F3F8-4414-BD0A-7C33432DF8A3}">
      <dgm:prSet/>
      <dgm:spPr/>
      <dgm:t>
        <a:bodyPr/>
        <a:lstStyle/>
        <a:p>
          <a:endParaRPr lang="en-US"/>
        </a:p>
      </dgm:t>
    </dgm:pt>
    <dgm:pt modelId="{6DF7AF87-315C-4A9B-A48F-DF0B03CAA1E5}" type="sibTrans" cxnId="{9974EBD4-F3F8-4414-BD0A-7C33432DF8A3}">
      <dgm:prSet/>
      <dgm:spPr/>
      <dgm:t>
        <a:bodyPr/>
        <a:lstStyle/>
        <a:p>
          <a:endParaRPr lang="en-US"/>
        </a:p>
      </dgm:t>
    </dgm:pt>
    <dgm:pt modelId="{677397FA-EBC9-4192-BA53-B0F0AE6C2E87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Marie Collins Hespen </a:t>
          </a:r>
        </a:p>
      </dgm:t>
    </dgm:pt>
    <dgm:pt modelId="{155A555F-D167-46C0-9134-13799562009E}" type="parTrans" cxnId="{F7F6DA0C-9541-487A-8119-C80785B3C36A}">
      <dgm:prSet/>
      <dgm:spPr/>
      <dgm:t>
        <a:bodyPr/>
        <a:lstStyle/>
        <a:p>
          <a:endParaRPr lang="en-US"/>
        </a:p>
      </dgm:t>
    </dgm:pt>
    <dgm:pt modelId="{266D66F6-E7F2-450D-B322-C5591F0C06C2}" type="sibTrans" cxnId="{F7F6DA0C-9541-487A-8119-C80785B3C36A}">
      <dgm:prSet/>
      <dgm:spPr/>
      <dgm:t>
        <a:bodyPr/>
        <a:lstStyle/>
        <a:p>
          <a:endParaRPr lang="en-US"/>
        </a:p>
      </dgm:t>
    </dgm:pt>
    <dgm:pt modelId="{574BAEEC-E8E5-445A-BD39-96FDEAF76425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Melissa </a:t>
          </a:r>
          <a:r>
            <a:rPr lang="en-US"/>
            <a:t>Liehr </a:t>
          </a:r>
          <a:endParaRPr lang="en-US" dirty="0"/>
        </a:p>
      </dgm:t>
    </dgm:pt>
    <dgm:pt modelId="{374B651C-877E-4491-A44E-9AC655126DDB}" type="parTrans" cxnId="{840BA38D-580F-42A1-A82E-2240127CA81C}">
      <dgm:prSet/>
      <dgm:spPr/>
      <dgm:t>
        <a:bodyPr/>
        <a:lstStyle/>
        <a:p>
          <a:endParaRPr lang="en-US"/>
        </a:p>
      </dgm:t>
    </dgm:pt>
    <dgm:pt modelId="{3F698A61-CB34-4103-B152-830AAA9922F1}" type="sibTrans" cxnId="{840BA38D-580F-42A1-A82E-2240127CA81C}">
      <dgm:prSet/>
      <dgm:spPr/>
      <dgm:t>
        <a:bodyPr/>
        <a:lstStyle/>
        <a:p>
          <a:endParaRPr lang="en-US"/>
        </a:p>
      </dgm:t>
    </dgm:pt>
    <dgm:pt modelId="{DE87AE82-E279-4BD6-8CCD-C35CC009AD5F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/>
      </dgm:spPr>
      <dgm:t>
        <a:bodyPr spcFirstLastPara="0" vert="horz" wrap="square" lIns="69342" tIns="69342" rIns="92456" bIns="104013" numCol="1" spcCol="1270" anchor="t" anchorCtr="0"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3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44ADD165-E628-44E6-8D9A-D2FC5EB445E8}" type="parTrans" cxnId="{C3E29B28-BCEB-4AF9-8A7F-51734744FC96}">
      <dgm:prSet/>
      <dgm:spPr/>
      <dgm:t>
        <a:bodyPr/>
        <a:lstStyle/>
        <a:p>
          <a:endParaRPr lang="en-US"/>
        </a:p>
      </dgm:t>
    </dgm:pt>
    <dgm:pt modelId="{3EA6B88F-2E46-41F3-8BD1-75556760CF1F}" type="sibTrans" cxnId="{C3E29B28-BCEB-4AF9-8A7F-51734744FC96}">
      <dgm:prSet/>
      <dgm:spPr/>
      <dgm:t>
        <a:bodyPr/>
        <a:lstStyle/>
        <a:p>
          <a:endParaRPr lang="en-US"/>
        </a:p>
      </dgm:t>
    </dgm:pt>
    <dgm:pt modelId="{E178057D-41CB-4FE5-9AEE-374173A0AB5F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/>
      </dgm:spPr>
      <dgm:t>
        <a:bodyPr spcFirstLastPara="0" vert="horz" wrap="square" lIns="69342" tIns="69342" rIns="92456" bIns="104013" numCol="1" spcCol="1270" anchor="t" anchorCtr="0"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3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Project Lead</a:t>
          </a:r>
        </a:p>
      </dgm:t>
    </dgm:pt>
    <dgm:pt modelId="{A3A226FD-B162-4D2D-8C82-4197807BE700}" type="parTrans" cxnId="{1BF2C373-EE4D-4025-921D-AED786838F1C}">
      <dgm:prSet/>
      <dgm:spPr/>
      <dgm:t>
        <a:bodyPr/>
        <a:lstStyle/>
        <a:p>
          <a:endParaRPr lang="en-US"/>
        </a:p>
      </dgm:t>
    </dgm:pt>
    <dgm:pt modelId="{29919D51-AE90-4D48-8B08-6BDF81E3720E}" type="sibTrans" cxnId="{1BF2C373-EE4D-4025-921D-AED786838F1C}">
      <dgm:prSet/>
      <dgm:spPr/>
      <dgm:t>
        <a:bodyPr/>
        <a:lstStyle/>
        <a:p>
          <a:endParaRPr lang="en-US"/>
        </a:p>
      </dgm:t>
    </dgm:pt>
    <dgm:pt modelId="{7E982609-C3D3-4867-B0BC-5D42EC1C081C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/>
      </dgm:spPr>
      <dgm:t>
        <a:bodyPr spcFirstLastPara="0" vert="horz" wrap="square" lIns="69342" tIns="69342" rIns="92456" bIns="104013" numCol="1" spcCol="1270" anchor="t" anchorCtr="0"/>
        <a:lstStyle/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Kate McClure </a:t>
          </a:r>
        </a:p>
      </dgm:t>
    </dgm:pt>
    <dgm:pt modelId="{92485FA3-0FE7-439A-8BBA-E65D3FF7C015}" type="parTrans" cxnId="{0BB8FE3E-EBB7-498F-B622-D131EF2EAC11}">
      <dgm:prSet/>
      <dgm:spPr/>
      <dgm:t>
        <a:bodyPr/>
        <a:lstStyle/>
        <a:p>
          <a:endParaRPr lang="en-US"/>
        </a:p>
      </dgm:t>
    </dgm:pt>
    <dgm:pt modelId="{CA956C22-24FA-4B27-A802-1671AAF3421B}" type="sibTrans" cxnId="{0BB8FE3E-EBB7-498F-B622-D131EF2EAC11}">
      <dgm:prSet/>
      <dgm:spPr/>
      <dgm:t>
        <a:bodyPr/>
        <a:lstStyle/>
        <a:p>
          <a:endParaRPr lang="en-US"/>
        </a:p>
      </dgm:t>
    </dgm:pt>
    <dgm:pt modelId="{5FDB3FC9-3A80-4EE3-8655-16E95FBF1D94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/>
      </dgm:spPr>
      <dgm:t>
        <a:bodyPr spcFirstLastPara="0" vert="horz" wrap="square" lIns="69342" tIns="69342" rIns="92456" bIns="104013" numCol="1" spcCol="1270" anchor="t" anchorCtr="0"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3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84B3D0A7-220B-4B72-B6FB-28EEB2593232}" type="parTrans" cxnId="{EA34A8FB-5EC7-4CE5-A07E-E42BE7BC982C}">
      <dgm:prSet/>
      <dgm:spPr/>
      <dgm:t>
        <a:bodyPr/>
        <a:lstStyle/>
        <a:p>
          <a:endParaRPr lang="en-US"/>
        </a:p>
      </dgm:t>
    </dgm:pt>
    <dgm:pt modelId="{108C1F2C-25EF-42E3-9431-6601C3C1A522}" type="sibTrans" cxnId="{EA34A8FB-5EC7-4CE5-A07E-E42BE7BC982C}">
      <dgm:prSet/>
      <dgm:spPr/>
      <dgm:t>
        <a:bodyPr/>
        <a:lstStyle/>
        <a:p>
          <a:endParaRPr lang="en-US"/>
        </a:p>
      </dgm:t>
    </dgm:pt>
    <dgm:pt modelId="{54CC68EF-BE7C-47E6-9FCD-7F9998E5691C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/>
      </dgm:spPr>
      <dgm:t>
        <a:bodyPr spcFirstLastPara="0" vert="horz" wrap="square" lIns="69342" tIns="69342" rIns="92456" bIns="104013" numCol="1" spcCol="1270" anchor="t" anchorCtr="0"/>
        <a:lstStyle/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Kenny Misir </a:t>
          </a:r>
        </a:p>
      </dgm:t>
    </dgm:pt>
    <dgm:pt modelId="{903B32F1-CC87-46EF-A948-F4070AFECB13}" type="parTrans" cxnId="{57D90B9B-9AB6-43EA-923C-F05E95277A24}">
      <dgm:prSet/>
      <dgm:spPr/>
      <dgm:t>
        <a:bodyPr/>
        <a:lstStyle/>
        <a:p>
          <a:endParaRPr lang="en-US"/>
        </a:p>
      </dgm:t>
    </dgm:pt>
    <dgm:pt modelId="{696BAD29-CD86-49D5-959C-D15083EB35B4}" type="sibTrans" cxnId="{57D90B9B-9AB6-43EA-923C-F05E95277A24}">
      <dgm:prSet/>
      <dgm:spPr/>
      <dgm:t>
        <a:bodyPr/>
        <a:lstStyle/>
        <a:p>
          <a:endParaRPr lang="en-US"/>
        </a:p>
      </dgm:t>
    </dgm:pt>
    <dgm:pt modelId="{24FE423F-D8A0-4A82-9E0B-5CB849BF4F4B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/>
      </dgm:spPr>
      <dgm:t>
        <a:bodyPr spcFirstLastPara="0" vert="horz" wrap="square" lIns="69342" tIns="69342" rIns="92456" bIns="104013" numCol="1" spcCol="1270" anchor="t" anchorCtr="0"/>
        <a:lstStyle/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Lou Steinberg </a:t>
          </a:r>
        </a:p>
      </dgm:t>
    </dgm:pt>
    <dgm:pt modelId="{E3C76302-5E00-4670-A799-87EEC3B64040}" type="parTrans" cxnId="{2BBE2777-F1C1-434A-A09A-3DC8B4D661D6}">
      <dgm:prSet/>
      <dgm:spPr/>
      <dgm:t>
        <a:bodyPr/>
        <a:lstStyle/>
        <a:p>
          <a:endParaRPr lang="en-US"/>
        </a:p>
      </dgm:t>
    </dgm:pt>
    <dgm:pt modelId="{74AA1A3F-857E-442A-8234-E5B8CBF5DEB8}" type="sibTrans" cxnId="{2BBE2777-F1C1-434A-A09A-3DC8B4D661D6}">
      <dgm:prSet/>
      <dgm:spPr/>
      <dgm:t>
        <a:bodyPr/>
        <a:lstStyle/>
        <a:p>
          <a:endParaRPr lang="en-US"/>
        </a:p>
      </dgm:t>
    </dgm:pt>
    <dgm:pt modelId="{1D0393CD-7ABC-4DD1-B553-775E33705DB4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/>
      </dgm:spPr>
      <dgm:t>
        <a:bodyPr spcFirstLastPara="0" vert="horz" wrap="square" lIns="69342" tIns="69342" rIns="92456" bIns="104013" numCol="1" spcCol="1270" anchor="t" anchorCtr="0"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3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4C8CB51F-DA4E-4F53-A808-4FDA1A73A682}" type="parTrans" cxnId="{B4B080AF-2070-48C1-A376-456ACE25FC83}">
      <dgm:prSet/>
      <dgm:spPr/>
      <dgm:t>
        <a:bodyPr/>
        <a:lstStyle/>
        <a:p>
          <a:endParaRPr lang="en-US"/>
        </a:p>
      </dgm:t>
    </dgm:pt>
    <dgm:pt modelId="{A1692E60-7A03-4024-9430-C2100C5BD5F5}" type="sibTrans" cxnId="{B4B080AF-2070-48C1-A376-456ACE25FC83}">
      <dgm:prSet/>
      <dgm:spPr/>
      <dgm:t>
        <a:bodyPr/>
        <a:lstStyle/>
        <a:p>
          <a:endParaRPr lang="en-US"/>
        </a:p>
      </dgm:t>
    </dgm:pt>
    <dgm:pt modelId="{4BC7443F-7941-4868-B9C5-730F0D8F4B96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/>
      </dgm:spPr>
      <dgm:t>
        <a:bodyPr spcFirstLastPara="0" vert="horz" wrap="square" lIns="69342" tIns="69342" rIns="92456" bIns="104013" numCol="1" spcCol="1270" anchor="t" anchorCtr="0"/>
        <a:lstStyle/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Jay Ahlmer </a:t>
          </a:r>
        </a:p>
      </dgm:t>
    </dgm:pt>
    <dgm:pt modelId="{347CCD0E-97A6-4FF0-8AAF-FFAE8D199B07}" type="parTrans" cxnId="{775C8947-AFD3-499B-A470-5FB2A6D8D635}">
      <dgm:prSet/>
      <dgm:spPr/>
      <dgm:t>
        <a:bodyPr/>
        <a:lstStyle/>
        <a:p>
          <a:endParaRPr lang="en-US"/>
        </a:p>
      </dgm:t>
    </dgm:pt>
    <dgm:pt modelId="{FC3BF49F-4F20-4110-8701-1B53CCCFD64A}" type="sibTrans" cxnId="{775C8947-AFD3-499B-A470-5FB2A6D8D635}">
      <dgm:prSet/>
      <dgm:spPr/>
      <dgm:t>
        <a:bodyPr/>
        <a:lstStyle/>
        <a:p>
          <a:endParaRPr lang="en-US"/>
        </a:p>
      </dgm:t>
    </dgm:pt>
    <dgm:pt modelId="{801ACF45-B557-4609-A312-B5F620B345E3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/>
      </dgm:spPr>
      <dgm:t>
        <a:bodyPr spcFirstLastPara="0" vert="horz" wrap="square" lIns="69342" tIns="69342" rIns="92456" bIns="104013" numCol="1" spcCol="1270" anchor="t" anchorCtr="0"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300" b="1" kern="1200" dirty="0"/>
            <a:t>Consulting Resources:</a:t>
          </a:r>
          <a:endParaRPr lang="en-US" sz="13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1CC29EA8-3361-44F2-8AC5-F4FF3494C9B2}" type="parTrans" cxnId="{2266603B-3071-46D3-8C58-DE95917754F1}">
      <dgm:prSet/>
      <dgm:spPr/>
      <dgm:t>
        <a:bodyPr/>
        <a:lstStyle/>
        <a:p>
          <a:endParaRPr lang="en-US"/>
        </a:p>
      </dgm:t>
    </dgm:pt>
    <dgm:pt modelId="{DCE000FB-57E9-4060-8F7E-015DCEAB1E9A}" type="sibTrans" cxnId="{2266603B-3071-46D3-8C58-DE95917754F1}">
      <dgm:prSet/>
      <dgm:spPr/>
      <dgm:t>
        <a:bodyPr/>
        <a:lstStyle/>
        <a:p>
          <a:endParaRPr lang="en-US"/>
        </a:p>
      </dgm:t>
    </dgm:pt>
    <dgm:pt modelId="{312369A2-C94E-4678-90D2-69DCF53C12ED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/>
      </dgm:spPr>
      <dgm:t>
        <a:bodyPr spcFirstLastPara="0" vert="horz" wrap="square" lIns="69342" tIns="69342" rIns="92456" bIns="104013" numCol="1" spcCol="1270" anchor="t" anchorCtr="0"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3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Supporting Participants</a:t>
          </a:r>
        </a:p>
      </dgm:t>
    </dgm:pt>
    <dgm:pt modelId="{FB2D7E74-522D-4FAA-A09A-9271E18E7ED8}" type="parTrans" cxnId="{68B26E29-9484-4EE9-8CEC-465834BFC127}">
      <dgm:prSet/>
      <dgm:spPr/>
      <dgm:t>
        <a:bodyPr/>
        <a:lstStyle/>
        <a:p>
          <a:endParaRPr lang="en-US"/>
        </a:p>
      </dgm:t>
    </dgm:pt>
    <dgm:pt modelId="{090EE41F-AD1A-4C5A-B6A1-DFA9B1027A34}" type="sibTrans" cxnId="{68B26E29-9484-4EE9-8CEC-465834BFC127}">
      <dgm:prSet/>
      <dgm:spPr/>
      <dgm:t>
        <a:bodyPr/>
        <a:lstStyle/>
        <a:p>
          <a:endParaRPr lang="en-US"/>
        </a:p>
      </dgm:t>
    </dgm:pt>
    <dgm:pt modelId="{C90EE1FA-079B-42A3-BADE-E17D05AEEB1E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Samir Rawat</a:t>
          </a:r>
        </a:p>
      </dgm:t>
    </dgm:pt>
    <dgm:pt modelId="{EA40DBDA-7198-4B88-A76D-790B243BEF13}" type="parTrans" cxnId="{1A5D544A-0A1A-4630-A958-191140C2D964}">
      <dgm:prSet/>
      <dgm:spPr/>
      <dgm:t>
        <a:bodyPr/>
        <a:lstStyle/>
        <a:p>
          <a:endParaRPr lang="en-US"/>
        </a:p>
      </dgm:t>
    </dgm:pt>
    <dgm:pt modelId="{A0BD1334-AB9D-49A3-879B-F702AC8A145D}" type="sibTrans" cxnId="{1A5D544A-0A1A-4630-A958-191140C2D964}">
      <dgm:prSet/>
      <dgm:spPr/>
      <dgm:t>
        <a:bodyPr/>
        <a:lstStyle/>
        <a:p>
          <a:endParaRPr lang="en-US"/>
        </a:p>
      </dgm:t>
    </dgm:pt>
    <dgm:pt modelId="{5BC52874-E161-4C6D-A27E-7920EC52FC7B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Aaron Peterson (PTO)</a:t>
          </a:r>
        </a:p>
      </dgm:t>
    </dgm:pt>
    <dgm:pt modelId="{0C780291-6AE7-4414-B6D4-86F9FD2FCBBD}" type="parTrans" cxnId="{ADFD2971-D26E-4FD4-A180-65A22CFF2B48}">
      <dgm:prSet/>
      <dgm:spPr/>
      <dgm:t>
        <a:bodyPr/>
        <a:lstStyle/>
        <a:p>
          <a:endParaRPr lang="en-US"/>
        </a:p>
      </dgm:t>
    </dgm:pt>
    <dgm:pt modelId="{4A3038E1-E218-4710-8AC2-B8B2103CB35D}" type="sibTrans" cxnId="{ADFD2971-D26E-4FD4-A180-65A22CFF2B48}">
      <dgm:prSet/>
      <dgm:spPr/>
      <dgm:t>
        <a:bodyPr/>
        <a:lstStyle/>
        <a:p>
          <a:endParaRPr lang="en-US"/>
        </a:p>
      </dgm:t>
    </dgm:pt>
    <dgm:pt modelId="{E74BEFCC-7572-4FAE-BC2B-77FC46002440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Vinod Gnawali</a:t>
          </a:r>
        </a:p>
      </dgm:t>
    </dgm:pt>
    <dgm:pt modelId="{7BF65258-9DEC-4283-B72C-DF1604C88098}" type="parTrans" cxnId="{743E6230-A443-47DF-A136-D1F645DA934B}">
      <dgm:prSet/>
      <dgm:spPr/>
    </dgm:pt>
    <dgm:pt modelId="{85552954-1D6B-4776-B3BE-2948EDABE941}" type="sibTrans" cxnId="{743E6230-A443-47DF-A136-D1F645DA934B}">
      <dgm:prSet/>
      <dgm:spPr/>
    </dgm:pt>
    <dgm:pt modelId="{5EE42864-4C8D-46D6-8AE2-5DE2719C9BBE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Jay Baker</a:t>
          </a:r>
        </a:p>
      </dgm:t>
    </dgm:pt>
    <dgm:pt modelId="{EA04235E-0466-44AF-815D-7EF9CE535C31}" type="parTrans" cxnId="{0F545C66-C032-4B31-924C-BBF1031587BD}">
      <dgm:prSet/>
      <dgm:spPr/>
    </dgm:pt>
    <dgm:pt modelId="{C5314647-BB69-4C1E-85EB-4709256E539E}" type="sibTrans" cxnId="{0F545C66-C032-4B31-924C-BBF1031587BD}">
      <dgm:prSet/>
      <dgm:spPr/>
    </dgm:pt>
    <dgm:pt modelId="{0CF2A361-6901-4EAB-BA36-612A658AF210}" type="pres">
      <dgm:prSet presAssocID="{BD52B03D-18EF-4877-B38C-1B113C57C012}" presName="Name0" presStyleCnt="0">
        <dgm:presLayoutVars>
          <dgm:dir/>
          <dgm:animLvl val="lvl"/>
          <dgm:resizeHandles val="exact"/>
        </dgm:presLayoutVars>
      </dgm:prSet>
      <dgm:spPr/>
    </dgm:pt>
    <dgm:pt modelId="{F293F087-1418-4544-A1C7-8145CFCD6BF4}" type="pres">
      <dgm:prSet presAssocID="{78F53C59-C829-4105-9355-49C0D7503C68}" presName="composite" presStyleCnt="0"/>
      <dgm:spPr/>
    </dgm:pt>
    <dgm:pt modelId="{62CFA7CD-ACAF-4559-852B-4AB74753CE89}" type="pres">
      <dgm:prSet presAssocID="{78F53C59-C829-4105-9355-49C0D7503C68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D6B42D7B-72CC-43D5-ADEC-DF4B6F59DD26}" type="pres">
      <dgm:prSet presAssocID="{78F53C59-C829-4105-9355-49C0D7503C68}" presName="desTx" presStyleLbl="alignAccFollowNode1" presStyleIdx="0" presStyleCnt="3">
        <dgm:presLayoutVars>
          <dgm:bulletEnabled val="1"/>
        </dgm:presLayoutVars>
      </dgm:prSet>
      <dgm:spPr/>
    </dgm:pt>
    <dgm:pt modelId="{2BC0244A-619E-4BFF-BF47-38BB80E5F665}" type="pres">
      <dgm:prSet presAssocID="{4F3B6CB5-58C4-40A4-AA87-A25CFE1F7C15}" presName="space" presStyleCnt="0"/>
      <dgm:spPr/>
    </dgm:pt>
    <dgm:pt modelId="{42701400-CB85-495B-BDC7-7B03DDCA59E8}" type="pres">
      <dgm:prSet presAssocID="{DE87AE82-E279-4BD6-8CCD-C35CC009AD5F}" presName="composite" presStyleCnt="0"/>
      <dgm:spPr/>
    </dgm:pt>
    <dgm:pt modelId="{C08579CF-BD12-4F46-8184-2D360196E0CE}" type="pres">
      <dgm:prSet presAssocID="{DE87AE82-E279-4BD6-8CCD-C35CC009AD5F}" presName="parTx" presStyleLbl="alignNode1" presStyleIdx="1" presStyleCnt="3">
        <dgm:presLayoutVars>
          <dgm:chMax val="0"/>
          <dgm:chPref val="0"/>
          <dgm:bulletEnabled val="1"/>
        </dgm:presLayoutVars>
      </dgm:prSet>
      <dgm:spPr>
        <a:xfrm>
          <a:off x="3116007" y="204161"/>
          <a:ext cx="2730882" cy="374400"/>
        </a:xfrm>
        <a:prstGeom prst="rect">
          <a:avLst/>
        </a:prstGeom>
      </dgm:spPr>
    </dgm:pt>
    <dgm:pt modelId="{51DDD190-FB86-4E78-A554-43D887CA7CD7}" type="pres">
      <dgm:prSet presAssocID="{DE87AE82-E279-4BD6-8CCD-C35CC009AD5F}" presName="desTx" presStyleLbl="alignAccFollowNode1" presStyleIdx="1" presStyleCnt="3">
        <dgm:presLayoutVars>
          <dgm:bulletEnabled val="1"/>
        </dgm:presLayoutVars>
      </dgm:prSet>
      <dgm:spPr>
        <a:xfrm>
          <a:off x="3116007" y="578561"/>
          <a:ext cx="2730882" cy="4139459"/>
        </a:xfrm>
        <a:prstGeom prst="rect">
          <a:avLst/>
        </a:prstGeom>
      </dgm:spPr>
    </dgm:pt>
    <dgm:pt modelId="{4A4FC0CF-29CC-4DB8-A8AD-C354BACA547D}" type="pres">
      <dgm:prSet presAssocID="{3EA6B88F-2E46-41F3-8BD1-75556760CF1F}" presName="space" presStyleCnt="0"/>
      <dgm:spPr/>
    </dgm:pt>
    <dgm:pt modelId="{A338D293-D270-4898-9C55-5459BD3EBC83}" type="pres">
      <dgm:prSet presAssocID="{1D0393CD-7ABC-4DD1-B553-775E33705DB4}" presName="composite" presStyleCnt="0"/>
      <dgm:spPr/>
    </dgm:pt>
    <dgm:pt modelId="{029C731C-B4EB-4E9D-9982-8EED6713569F}" type="pres">
      <dgm:prSet presAssocID="{1D0393CD-7ABC-4DD1-B553-775E33705DB4}" presName="parTx" presStyleLbl="alignNode1" presStyleIdx="2" presStyleCnt="3">
        <dgm:presLayoutVars>
          <dgm:chMax val="0"/>
          <dgm:chPref val="0"/>
          <dgm:bulletEnabled val="1"/>
        </dgm:presLayoutVars>
      </dgm:prSet>
      <dgm:spPr>
        <a:xfrm>
          <a:off x="6229214" y="145841"/>
          <a:ext cx="2730882" cy="403200"/>
        </a:xfrm>
        <a:prstGeom prst="rect">
          <a:avLst/>
        </a:prstGeom>
      </dgm:spPr>
    </dgm:pt>
    <dgm:pt modelId="{648D8BC2-BE25-4BC0-BAC2-38549276EFFF}" type="pres">
      <dgm:prSet presAssocID="{1D0393CD-7ABC-4DD1-B553-775E33705DB4}" presName="desTx" presStyleLbl="alignAccFollowNode1" presStyleIdx="2" presStyleCnt="3">
        <dgm:presLayoutVars>
          <dgm:bulletEnabled val="1"/>
        </dgm:presLayoutVars>
      </dgm:prSet>
      <dgm:spPr>
        <a:xfrm>
          <a:off x="6229214" y="549041"/>
          <a:ext cx="2730882" cy="4227299"/>
        </a:xfrm>
        <a:prstGeom prst="rect">
          <a:avLst/>
        </a:prstGeom>
      </dgm:spPr>
    </dgm:pt>
  </dgm:ptLst>
  <dgm:cxnLst>
    <dgm:cxn modelId="{1B5A6403-5F34-4A77-B076-C40FC45778E0}" type="presOf" srcId="{E178057D-41CB-4FE5-9AEE-374173A0AB5F}" destId="{51DDD190-FB86-4E78-A554-43D887CA7CD7}" srcOrd="0" destOrd="0" presId="urn:microsoft.com/office/officeart/2005/8/layout/hList1"/>
    <dgm:cxn modelId="{F7F6DA0C-9541-487A-8119-C80785B3C36A}" srcId="{FEA90C3F-622C-4AE4-8C97-2297BF7392B6}" destId="{677397FA-EBC9-4192-BA53-B0F0AE6C2E87}" srcOrd="4" destOrd="0" parTransId="{155A555F-D167-46C0-9134-13799562009E}" sibTransId="{266D66F6-E7F2-450D-B322-C5591F0C06C2}"/>
    <dgm:cxn modelId="{ABC41414-0A24-40FF-BEDA-E9ECC2544FFB}" srcId="{1A1349AA-3EC8-4E74-8D2C-B419396BF0FA}" destId="{EB9A5A9B-40EB-46EE-8CE1-D46D496F5988}" srcOrd="1" destOrd="0" parTransId="{A6D57841-EDC2-4F7F-A13F-ED54FF2E8B4A}" sibTransId="{114DBDBA-8747-4475-800F-00D9628CFC8D}"/>
    <dgm:cxn modelId="{A4DF7C16-96CB-4C96-9EE2-F6FFA77F9541}" type="presOf" srcId="{DE87AE82-E279-4BD6-8CCD-C35CC009AD5F}" destId="{C08579CF-BD12-4F46-8184-2D360196E0CE}" srcOrd="0" destOrd="0" presId="urn:microsoft.com/office/officeart/2005/8/layout/hList1"/>
    <dgm:cxn modelId="{4190711D-E3EF-4203-9EC9-045D6D29377A}" type="presOf" srcId="{EBFBF2BA-599F-4329-AEB4-8CB5C4B7C636}" destId="{D6B42D7B-72CC-43D5-ADEC-DF4B6F59DD26}" srcOrd="0" destOrd="5" presId="urn:microsoft.com/office/officeart/2005/8/layout/hList1"/>
    <dgm:cxn modelId="{6F1C2420-9129-4334-A8F9-5636EFA95544}" type="presOf" srcId="{2995D3AD-B89F-41FA-9724-6C81FDE92A93}" destId="{D6B42D7B-72CC-43D5-ADEC-DF4B6F59DD26}" srcOrd="0" destOrd="15" presId="urn:microsoft.com/office/officeart/2005/8/layout/hList1"/>
    <dgm:cxn modelId="{CBA58F22-1B1C-4AB1-9C16-FA878B095FC4}" type="presOf" srcId="{E74BEFCC-7572-4FAE-BC2B-77FC46002440}" destId="{648D8BC2-BE25-4BC0-BAC2-38549276EFFF}" srcOrd="0" destOrd="2" presId="urn:microsoft.com/office/officeart/2005/8/layout/hList1"/>
    <dgm:cxn modelId="{D2281423-D686-4CB1-A58E-A568541C4F4D}" type="presOf" srcId="{1D0393CD-7ABC-4DD1-B553-775E33705DB4}" destId="{029C731C-B4EB-4E9D-9982-8EED6713569F}" srcOrd="0" destOrd="0" presId="urn:microsoft.com/office/officeart/2005/8/layout/hList1"/>
    <dgm:cxn modelId="{C3E29B28-BCEB-4AF9-8A7F-51734744FC96}" srcId="{BD52B03D-18EF-4877-B38C-1B113C57C012}" destId="{DE87AE82-E279-4BD6-8CCD-C35CC009AD5F}" srcOrd="1" destOrd="0" parTransId="{44ADD165-E628-44E6-8D9A-D2FC5EB445E8}" sibTransId="{3EA6B88F-2E46-41F3-8BD1-75556760CF1F}"/>
    <dgm:cxn modelId="{B5A0D828-8856-48B1-A6CA-B25C7A11DAD7}" srcId="{EBFBF2BA-599F-4329-AEB4-8CB5C4B7C636}" destId="{AAEAB55F-9589-4779-8C80-01E4965BCC0C}" srcOrd="1" destOrd="0" parTransId="{47974EB4-E6AF-4A92-9426-A7B32EF2F915}" sibTransId="{7FEF0641-8B71-410C-A934-68118574BE21}"/>
    <dgm:cxn modelId="{68B26E29-9484-4EE9-8CEC-465834BFC127}" srcId="{DE87AE82-E279-4BD6-8CCD-C35CC009AD5F}" destId="{312369A2-C94E-4678-90D2-69DCF53C12ED}" srcOrd="2" destOrd="0" parTransId="{FB2D7E74-522D-4FAA-A09A-9271E18E7ED8}" sibTransId="{090EE41F-AD1A-4C5A-B6A1-DFA9B1027A34}"/>
    <dgm:cxn modelId="{743E6230-A443-47DF-A136-D1F645DA934B}" srcId="{1D0393CD-7ABC-4DD1-B553-775E33705DB4}" destId="{E74BEFCC-7572-4FAE-BC2B-77FC46002440}" srcOrd="2" destOrd="0" parTransId="{7BF65258-9DEC-4283-B72C-DF1604C88098}" sibTransId="{85552954-1D6B-4776-B3BE-2948EDABE941}"/>
    <dgm:cxn modelId="{FBA1CF34-459D-4BD0-934F-079FCF70AE3C}" srcId="{78F53C59-C829-4105-9355-49C0D7503C68}" destId="{EBFBF2BA-599F-4329-AEB4-8CB5C4B7C636}" srcOrd="2" destOrd="0" parTransId="{2BC4B4B3-6F93-4CDB-A6EC-B2D86DBF40C4}" sibTransId="{95A81BEC-AFEA-4FAC-A457-0DDCF2F4A46A}"/>
    <dgm:cxn modelId="{90652636-CD26-493C-8E67-9C555F8AB0DB}" type="presOf" srcId="{FEA90C3F-622C-4AE4-8C97-2297BF7392B6}" destId="{D6B42D7B-72CC-43D5-ADEC-DF4B6F59DD26}" srcOrd="0" destOrd="11" presId="urn:microsoft.com/office/officeart/2005/8/layout/hList1"/>
    <dgm:cxn modelId="{E25B0139-2CCD-4711-AF84-8F73B8E5B087}" type="presOf" srcId="{EB9A5A9B-40EB-46EE-8CE1-D46D496F5988}" destId="{D6B42D7B-72CC-43D5-ADEC-DF4B6F59DD26}" srcOrd="0" destOrd="2" presId="urn:microsoft.com/office/officeart/2005/8/layout/hList1"/>
    <dgm:cxn modelId="{2266603B-3071-46D3-8C58-DE95917754F1}" srcId="{1D0393CD-7ABC-4DD1-B553-775E33705DB4}" destId="{801ACF45-B557-4609-A312-B5F620B345E3}" srcOrd="0" destOrd="0" parTransId="{1CC29EA8-3361-44F2-8AC5-F4FF3494C9B2}" sibTransId="{DCE000FB-57E9-4060-8F7E-015DCEAB1E9A}"/>
    <dgm:cxn modelId="{C927063E-D865-45A2-89A9-369FD2C3FF36}" srcId="{78F53C59-C829-4105-9355-49C0D7503C68}" destId="{F0CB3176-1660-4A12-8801-E290B887BDBA}" srcOrd="1" destOrd="0" parTransId="{883E90BC-D9E5-4B06-B76E-467B2D16B5BA}" sibTransId="{0FF838F0-BB88-40EF-B7FF-D502D89DEEE8}"/>
    <dgm:cxn modelId="{0BB8FE3E-EBB7-498F-B622-D131EF2EAC11}" srcId="{E178057D-41CB-4FE5-9AEE-374173A0AB5F}" destId="{7E982609-C3D3-4867-B0BC-5D42EC1C081C}" srcOrd="0" destOrd="0" parTransId="{92485FA3-0FE7-439A-8BBA-E65D3FF7C015}" sibTransId="{CA956C22-24FA-4B27-A802-1671AAF3421B}"/>
    <dgm:cxn modelId="{665B7F40-0F8B-4285-B82E-72ABCC68B8AF}" srcId="{78F53C59-C829-4105-9355-49C0D7503C68}" destId="{1A1349AA-3EC8-4E74-8D2C-B419396BF0FA}" srcOrd="0" destOrd="0" parTransId="{82818BB2-9D98-45AF-89CD-0C89160007E6}" sibTransId="{0EC7018C-EF60-46B1-8621-89DF7AE8FB8D}"/>
    <dgm:cxn modelId="{9EBC6D5B-49A1-4C6D-895D-F41E11636167}" type="presOf" srcId="{14B7A990-D151-406D-9EEF-E9CB8DA77C97}" destId="{D6B42D7B-72CC-43D5-ADEC-DF4B6F59DD26}" srcOrd="0" destOrd="8" presId="urn:microsoft.com/office/officeart/2005/8/layout/hList1"/>
    <dgm:cxn modelId="{E169885B-E403-4C1C-9BA2-A858FDB862C5}" srcId="{FEA90C3F-622C-4AE4-8C97-2297BF7392B6}" destId="{3C89B3C5-89EB-4E0A-885D-46C7007986F4}" srcOrd="0" destOrd="0" parTransId="{F5E8581D-D426-4857-9114-A318BCC4C14A}" sibTransId="{6E98E332-B925-401C-A6DB-8286611D790D}"/>
    <dgm:cxn modelId="{029F6945-B257-4280-9DFC-9B09A181182A}" type="presOf" srcId="{68136FA2-6949-4930-8EF9-5541FD27EAD9}" destId="{D6B42D7B-72CC-43D5-ADEC-DF4B6F59DD26}" srcOrd="0" destOrd="1" presId="urn:microsoft.com/office/officeart/2005/8/layout/hList1"/>
    <dgm:cxn modelId="{0F545C66-C032-4B31-924C-BBF1031587BD}" srcId="{1D0393CD-7ABC-4DD1-B553-775E33705DB4}" destId="{5EE42864-4C8D-46D6-8AE2-5DE2719C9BBE}" srcOrd="3" destOrd="0" parTransId="{EA04235E-0466-44AF-815D-7EF9CE535C31}" sibTransId="{C5314647-BB69-4C1E-85EB-4709256E539E}"/>
    <dgm:cxn modelId="{775C8947-AFD3-499B-A470-5FB2A6D8D635}" srcId="{312369A2-C94E-4678-90D2-69DCF53C12ED}" destId="{4BC7443F-7941-4868-B9C5-730F0D8F4B96}" srcOrd="1" destOrd="0" parTransId="{347CCD0E-97A6-4FF0-8AAF-FFAE8D199B07}" sibTransId="{FC3BF49F-4F20-4110-8701-1B53CCCFD64A}"/>
    <dgm:cxn modelId="{ABDF0468-ECB7-4BAD-94DF-7E37F8B4E331}" type="presOf" srcId="{C90EE1FA-079B-42A3-BADE-E17D05AEEB1E}" destId="{648D8BC2-BE25-4BC0-BAC2-38549276EFFF}" srcOrd="0" destOrd="1" presId="urn:microsoft.com/office/officeart/2005/8/layout/hList1"/>
    <dgm:cxn modelId="{1A5D544A-0A1A-4630-A958-191140C2D964}" srcId="{1D0393CD-7ABC-4DD1-B553-775E33705DB4}" destId="{C90EE1FA-079B-42A3-BADE-E17D05AEEB1E}" srcOrd="1" destOrd="0" parTransId="{EA40DBDA-7198-4B88-A76D-790B243BEF13}" sibTransId="{A0BD1334-AB9D-49A3-879B-F702AC8A145D}"/>
    <dgm:cxn modelId="{5D7CBD4C-02DA-479D-ACAC-4E73484C2E91}" type="presOf" srcId="{5EE42864-4C8D-46D6-8AE2-5DE2719C9BBE}" destId="{648D8BC2-BE25-4BC0-BAC2-38549276EFFF}" srcOrd="0" destOrd="3" presId="urn:microsoft.com/office/officeart/2005/8/layout/hList1"/>
    <dgm:cxn modelId="{9068916E-05F3-4E9F-AFC1-EB1470FFEE31}" type="presOf" srcId="{312369A2-C94E-4678-90D2-69DCF53C12ED}" destId="{51DDD190-FB86-4E78-A554-43D887CA7CD7}" srcOrd="0" destOrd="3" presId="urn:microsoft.com/office/officeart/2005/8/layout/hList1"/>
    <dgm:cxn modelId="{80792150-EF09-4486-8455-80C4B1F2FD18}" srcId="{EBFBF2BA-599F-4329-AEB4-8CB5C4B7C636}" destId="{AA08A235-ABDA-4934-A97C-68A3BFE4DBC6}" srcOrd="3" destOrd="0" parTransId="{A032F0C6-D37A-43AE-AE6C-58C2AFEDFCC0}" sibTransId="{C34FD95A-52B3-498B-8D65-EA6626C31491}"/>
    <dgm:cxn modelId="{ADFD2971-D26E-4FD4-A180-65A22CFF2B48}" srcId="{EBFBF2BA-599F-4329-AEB4-8CB5C4B7C636}" destId="{5BC52874-E161-4C6D-A27E-7920EC52FC7B}" srcOrd="4" destOrd="0" parTransId="{0C780291-6AE7-4414-B6D4-86F9FD2FCBBD}" sibTransId="{4A3038E1-E218-4710-8AC2-B8B2103CB35D}"/>
    <dgm:cxn modelId="{1BF2C373-EE4D-4025-921D-AED786838F1C}" srcId="{DE87AE82-E279-4BD6-8CCD-C35CC009AD5F}" destId="{E178057D-41CB-4FE5-9AEE-374173A0AB5F}" srcOrd="0" destOrd="0" parTransId="{A3A226FD-B162-4D2D-8C82-4197807BE700}" sibTransId="{29919D51-AE90-4D48-8B08-6BDF81E3720E}"/>
    <dgm:cxn modelId="{2BBE2777-F1C1-434A-A09A-3DC8B4D661D6}" srcId="{312369A2-C94E-4678-90D2-69DCF53C12ED}" destId="{24FE423F-D8A0-4A82-9E0B-5CB849BF4F4B}" srcOrd="2" destOrd="0" parTransId="{E3C76302-5E00-4670-A799-87EEC3B64040}" sibTransId="{74AA1A3F-857E-442A-8234-E5B8CBF5DEB8}"/>
    <dgm:cxn modelId="{6E695C57-4AFC-4E5E-9DED-F9307DE40718}" type="presOf" srcId="{BD52B03D-18EF-4877-B38C-1B113C57C012}" destId="{0CF2A361-6901-4EAB-BA36-612A658AF210}" srcOrd="0" destOrd="0" presId="urn:microsoft.com/office/officeart/2005/8/layout/hList1"/>
    <dgm:cxn modelId="{941E5857-395A-4BD8-AB05-4CBC921329DB}" srcId="{FEA90C3F-622C-4AE4-8C97-2297BF7392B6}" destId="{4E19C504-6425-440F-8A0E-39511F4484DB}" srcOrd="2" destOrd="0" parTransId="{B66140C5-244B-424A-9EDF-053E5A1CCE92}" sibTransId="{E9C0EFFE-B7A6-4DB2-9A7B-1B6DF2F9F19D}"/>
    <dgm:cxn modelId="{974E1481-EC4C-43AB-9CCC-CE35E33008B9}" type="presOf" srcId="{574BAEEC-E8E5-445A-BD39-96FDEAF76425}" destId="{D6B42D7B-72CC-43D5-ADEC-DF4B6F59DD26}" srcOrd="0" destOrd="17" presId="urn:microsoft.com/office/officeart/2005/8/layout/hList1"/>
    <dgm:cxn modelId="{26290D82-6BD7-4919-8959-374954120839}" type="presOf" srcId="{78F53C59-C829-4105-9355-49C0D7503C68}" destId="{62CFA7CD-ACAF-4559-852B-4AB74753CE89}" srcOrd="0" destOrd="0" presId="urn:microsoft.com/office/officeart/2005/8/layout/hList1"/>
    <dgm:cxn modelId="{CA30FB84-C76C-41B6-94D3-5898FCCAB37F}" type="presOf" srcId="{E19DC4B9-10CC-40AD-8E7C-E52C097BA727}" destId="{D6B42D7B-72CC-43D5-ADEC-DF4B6F59DD26}" srcOrd="0" destOrd="4" presId="urn:microsoft.com/office/officeart/2005/8/layout/hList1"/>
    <dgm:cxn modelId="{840BA38D-580F-42A1-A82E-2240127CA81C}" srcId="{FEA90C3F-622C-4AE4-8C97-2297BF7392B6}" destId="{574BAEEC-E8E5-445A-BD39-96FDEAF76425}" srcOrd="5" destOrd="0" parTransId="{374B651C-877E-4491-A44E-9AC655126DDB}" sibTransId="{3F698A61-CB34-4103-B152-830AAA9922F1}"/>
    <dgm:cxn modelId="{AC1A3491-8A93-4313-B5FF-681DA0EB60A5}" srcId="{1A1349AA-3EC8-4E74-8D2C-B419396BF0FA}" destId="{68136FA2-6949-4930-8EF9-5541FD27EAD9}" srcOrd="0" destOrd="0" parTransId="{B76229AF-5838-439D-ADAA-54DB7BE47AB3}" sibTransId="{FC455DFD-124C-4AD4-8970-981BDD6F2952}"/>
    <dgm:cxn modelId="{57D90B9B-9AB6-43EA-923C-F05E95277A24}" srcId="{312369A2-C94E-4678-90D2-69DCF53C12ED}" destId="{54CC68EF-BE7C-47E6-9FCD-7F9998E5691C}" srcOrd="0" destOrd="0" parTransId="{903B32F1-CC87-46EF-A948-F4070AFECB13}" sibTransId="{696BAD29-CD86-49D5-959C-D15083EB35B4}"/>
    <dgm:cxn modelId="{065FDFA0-5252-4CA7-B832-F2DEACACD643}" type="presOf" srcId="{24FE423F-D8A0-4A82-9E0B-5CB849BF4F4B}" destId="{51DDD190-FB86-4E78-A554-43D887CA7CD7}" srcOrd="0" destOrd="6" presId="urn:microsoft.com/office/officeart/2005/8/layout/hList1"/>
    <dgm:cxn modelId="{397834AA-6EA9-4327-A04D-59A927236854}" type="presOf" srcId="{3C89B3C5-89EB-4E0A-885D-46C7007986F4}" destId="{D6B42D7B-72CC-43D5-ADEC-DF4B6F59DD26}" srcOrd="0" destOrd="12" presId="urn:microsoft.com/office/officeart/2005/8/layout/hList1"/>
    <dgm:cxn modelId="{5FA2FFAB-EE14-4306-A07F-8B0ACF983C85}" type="presOf" srcId="{7E982609-C3D3-4867-B0BC-5D42EC1C081C}" destId="{51DDD190-FB86-4E78-A554-43D887CA7CD7}" srcOrd="0" destOrd="1" presId="urn:microsoft.com/office/officeart/2005/8/layout/hList1"/>
    <dgm:cxn modelId="{B4B080AF-2070-48C1-A376-456ACE25FC83}" srcId="{BD52B03D-18EF-4877-B38C-1B113C57C012}" destId="{1D0393CD-7ABC-4DD1-B553-775E33705DB4}" srcOrd="2" destOrd="0" parTransId="{4C8CB51F-DA4E-4F53-A808-4FDA1A73A682}" sibTransId="{A1692E60-7A03-4024-9430-C2100C5BD5F5}"/>
    <dgm:cxn modelId="{B955BFAF-9FA8-450E-9AB9-8906D240D8D0}" type="presOf" srcId="{AAEAB55F-9589-4779-8C80-01E4965BCC0C}" destId="{D6B42D7B-72CC-43D5-ADEC-DF4B6F59DD26}" srcOrd="0" destOrd="7" presId="urn:microsoft.com/office/officeart/2005/8/layout/hList1"/>
    <dgm:cxn modelId="{B7C050B0-BC5D-44B2-8810-028063945254}" type="presOf" srcId="{4BC7443F-7941-4868-B9C5-730F0D8F4B96}" destId="{51DDD190-FB86-4E78-A554-43D887CA7CD7}" srcOrd="0" destOrd="5" presId="urn:microsoft.com/office/officeart/2005/8/layout/hList1"/>
    <dgm:cxn modelId="{A6D6A5B2-2E13-4A04-8703-3E551C28C18E}" type="presOf" srcId="{032088AC-F576-4845-91E0-B84A2AFC69CF}" destId="{D6B42D7B-72CC-43D5-ADEC-DF4B6F59DD26}" srcOrd="0" destOrd="6" presId="urn:microsoft.com/office/officeart/2005/8/layout/hList1"/>
    <dgm:cxn modelId="{0434BFB2-F3D0-410C-B57D-ABE84CC0EFED}" type="presOf" srcId="{54CC68EF-BE7C-47E6-9FCD-7F9998E5691C}" destId="{51DDD190-FB86-4E78-A554-43D887CA7CD7}" srcOrd="0" destOrd="4" presId="urn:microsoft.com/office/officeart/2005/8/layout/hList1"/>
    <dgm:cxn modelId="{E35486BD-E1BD-41EE-8F43-7EFF810CE417}" srcId="{FEA90C3F-622C-4AE4-8C97-2297BF7392B6}" destId="{F1F5B01C-E8D8-4C43-8AF1-2FFD308527DF}" srcOrd="1" destOrd="0" parTransId="{A5FD29A6-E466-4F5A-816F-597137222F72}" sibTransId="{9B12F1F2-37EC-435F-A6BA-465BAF5199C8}"/>
    <dgm:cxn modelId="{7C80E5BD-7562-4B3B-B7A2-AC982EE298C5}" type="presOf" srcId="{5FDB3FC9-3A80-4EE3-8655-16E95FBF1D94}" destId="{51DDD190-FB86-4E78-A554-43D887CA7CD7}" srcOrd="0" destOrd="2" presId="urn:microsoft.com/office/officeart/2005/8/layout/hList1"/>
    <dgm:cxn modelId="{254860BE-5133-4FF9-8DFD-E0436787095E}" srcId="{EBFBF2BA-599F-4329-AEB4-8CB5C4B7C636}" destId="{14B7A990-D151-406D-9EEF-E9CB8DA77C97}" srcOrd="2" destOrd="0" parTransId="{740E6074-E343-4D49-AE26-5489E485EC73}" sibTransId="{D1B33F12-5FEB-4F50-ABEC-F4C01A9940D1}"/>
    <dgm:cxn modelId="{437872C2-A6E0-4C46-9AD5-07B5B225291C}" srcId="{BD52B03D-18EF-4877-B38C-1B113C57C012}" destId="{78F53C59-C829-4105-9355-49C0D7503C68}" srcOrd="0" destOrd="0" parTransId="{0375C8BC-A939-42C6-B552-D16B6126BCC7}" sibTransId="{4F3B6CB5-58C4-40A4-AA87-A25CFE1F7C15}"/>
    <dgm:cxn modelId="{C0EDFEC8-A628-4B44-88DB-84EFE44270DF}" type="presOf" srcId="{677397FA-EBC9-4192-BA53-B0F0AE6C2E87}" destId="{D6B42D7B-72CC-43D5-ADEC-DF4B6F59DD26}" srcOrd="0" destOrd="16" presId="urn:microsoft.com/office/officeart/2005/8/layout/hList1"/>
    <dgm:cxn modelId="{C8D9C3D3-00ED-4CDC-9739-96728D106E81}" srcId="{EBFBF2BA-599F-4329-AEB4-8CB5C4B7C636}" destId="{032088AC-F576-4845-91E0-B84A2AFC69CF}" srcOrd="0" destOrd="0" parTransId="{46F6C30D-F0F9-4028-BB59-F504BE9D3D16}" sibTransId="{E01666A9-8FA9-44D9-8D7D-5AC388153895}"/>
    <dgm:cxn modelId="{744F94D4-8B0F-4F75-B5B4-726C983E1AFD}" type="presOf" srcId="{AA08A235-ABDA-4934-A97C-68A3BFE4DBC6}" destId="{D6B42D7B-72CC-43D5-ADEC-DF4B6F59DD26}" srcOrd="0" destOrd="9" presId="urn:microsoft.com/office/officeart/2005/8/layout/hList1"/>
    <dgm:cxn modelId="{9974EBD4-F3F8-4414-BD0A-7C33432DF8A3}" srcId="{FEA90C3F-622C-4AE4-8C97-2297BF7392B6}" destId="{2995D3AD-B89F-41FA-9724-6C81FDE92A93}" srcOrd="3" destOrd="0" parTransId="{1B1EBDB5-9FD3-49FB-9107-E7BBB8564833}" sibTransId="{6DF7AF87-315C-4A9B-A48F-DF0B03CAA1E5}"/>
    <dgm:cxn modelId="{B095DDDD-D657-43FB-A941-210A68A2C1CC}" srcId="{78F53C59-C829-4105-9355-49C0D7503C68}" destId="{FEA90C3F-622C-4AE4-8C97-2297BF7392B6}" srcOrd="3" destOrd="0" parTransId="{5E3BE35F-DA5B-4BD1-9181-A2B88DC09CF0}" sibTransId="{B78E0C6D-1272-400C-80A5-6C04568EB6C9}"/>
    <dgm:cxn modelId="{131F3BDF-6304-461B-8182-34B5D492D700}" type="presOf" srcId="{4E19C504-6425-440F-8A0E-39511F4484DB}" destId="{D6B42D7B-72CC-43D5-ADEC-DF4B6F59DD26}" srcOrd="0" destOrd="14" presId="urn:microsoft.com/office/officeart/2005/8/layout/hList1"/>
    <dgm:cxn modelId="{FA8938EB-DE03-430D-A772-5BDCB2C0AB17}" type="presOf" srcId="{F0CB3176-1660-4A12-8801-E290B887BDBA}" destId="{D6B42D7B-72CC-43D5-ADEC-DF4B6F59DD26}" srcOrd="0" destOrd="3" presId="urn:microsoft.com/office/officeart/2005/8/layout/hList1"/>
    <dgm:cxn modelId="{DC7A1CF3-6FAE-4D6C-B9D8-DF39FD9201C0}" srcId="{F0CB3176-1660-4A12-8801-E290B887BDBA}" destId="{E19DC4B9-10CC-40AD-8E7C-E52C097BA727}" srcOrd="0" destOrd="0" parTransId="{EEAAC084-FE87-4BC3-A3C7-EC077BC0D9A2}" sibTransId="{6A45EEA2-6585-4D3B-A4DB-9B4AF27542ED}"/>
    <dgm:cxn modelId="{9DCFDEF5-6769-4920-84DC-D9F89474B3FA}" type="presOf" srcId="{F1F5B01C-E8D8-4C43-8AF1-2FFD308527DF}" destId="{D6B42D7B-72CC-43D5-ADEC-DF4B6F59DD26}" srcOrd="0" destOrd="13" presId="urn:microsoft.com/office/officeart/2005/8/layout/hList1"/>
    <dgm:cxn modelId="{3C34A6F9-E12B-416A-9700-C6B7D9A636F1}" type="presOf" srcId="{801ACF45-B557-4609-A312-B5F620B345E3}" destId="{648D8BC2-BE25-4BC0-BAC2-38549276EFFF}" srcOrd="0" destOrd="0" presId="urn:microsoft.com/office/officeart/2005/8/layout/hList1"/>
    <dgm:cxn modelId="{CFFF47FB-733C-4A92-9CF2-C61DC773E8A7}" type="presOf" srcId="{1A1349AA-3EC8-4E74-8D2C-B419396BF0FA}" destId="{D6B42D7B-72CC-43D5-ADEC-DF4B6F59DD26}" srcOrd="0" destOrd="0" presId="urn:microsoft.com/office/officeart/2005/8/layout/hList1"/>
    <dgm:cxn modelId="{DC7054FB-C4D7-440B-9142-4FB5AC19BAA0}" type="presOf" srcId="{5BC52874-E161-4C6D-A27E-7920EC52FC7B}" destId="{D6B42D7B-72CC-43D5-ADEC-DF4B6F59DD26}" srcOrd="0" destOrd="10" presId="urn:microsoft.com/office/officeart/2005/8/layout/hList1"/>
    <dgm:cxn modelId="{EA34A8FB-5EC7-4CE5-A07E-E42BE7BC982C}" srcId="{DE87AE82-E279-4BD6-8CCD-C35CC009AD5F}" destId="{5FDB3FC9-3A80-4EE3-8655-16E95FBF1D94}" srcOrd="1" destOrd="0" parTransId="{84B3D0A7-220B-4B72-B6FB-28EEB2593232}" sibTransId="{108C1F2C-25EF-42E3-9431-6601C3C1A522}"/>
    <dgm:cxn modelId="{E3079C40-FA64-4CA6-90B5-266918E4997F}" type="presParOf" srcId="{0CF2A361-6901-4EAB-BA36-612A658AF210}" destId="{F293F087-1418-4544-A1C7-8145CFCD6BF4}" srcOrd="0" destOrd="0" presId="urn:microsoft.com/office/officeart/2005/8/layout/hList1"/>
    <dgm:cxn modelId="{2D3F9453-EDA3-4FB5-8621-424C34F139C0}" type="presParOf" srcId="{F293F087-1418-4544-A1C7-8145CFCD6BF4}" destId="{62CFA7CD-ACAF-4559-852B-4AB74753CE89}" srcOrd="0" destOrd="0" presId="urn:microsoft.com/office/officeart/2005/8/layout/hList1"/>
    <dgm:cxn modelId="{B5176DD3-6484-4E74-A27E-B64D2DE11093}" type="presParOf" srcId="{F293F087-1418-4544-A1C7-8145CFCD6BF4}" destId="{D6B42D7B-72CC-43D5-ADEC-DF4B6F59DD26}" srcOrd="1" destOrd="0" presId="urn:microsoft.com/office/officeart/2005/8/layout/hList1"/>
    <dgm:cxn modelId="{9465002E-2231-444D-960E-210BF1D3BD9F}" type="presParOf" srcId="{0CF2A361-6901-4EAB-BA36-612A658AF210}" destId="{2BC0244A-619E-4BFF-BF47-38BB80E5F665}" srcOrd="1" destOrd="0" presId="urn:microsoft.com/office/officeart/2005/8/layout/hList1"/>
    <dgm:cxn modelId="{691A7B5A-CF90-4F14-AE50-3FE639ACF971}" type="presParOf" srcId="{0CF2A361-6901-4EAB-BA36-612A658AF210}" destId="{42701400-CB85-495B-BDC7-7B03DDCA59E8}" srcOrd="2" destOrd="0" presId="urn:microsoft.com/office/officeart/2005/8/layout/hList1"/>
    <dgm:cxn modelId="{2684E2BB-8059-4F22-98F6-D4593C40E5BB}" type="presParOf" srcId="{42701400-CB85-495B-BDC7-7B03DDCA59E8}" destId="{C08579CF-BD12-4F46-8184-2D360196E0CE}" srcOrd="0" destOrd="0" presId="urn:microsoft.com/office/officeart/2005/8/layout/hList1"/>
    <dgm:cxn modelId="{5D3C7C72-83FD-4B8F-B385-CAA06EACAB84}" type="presParOf" srcId="{42701400-CB85-495B-BDC7-7B03DDCA59E8}" destId="{51DDD190-FB86-4E78-A554-43D887CA7CD7}" srcOrd="1" destOrd="0" presId="urn:microsoft.com/office/officeart/2005/8/layout/hList1"/>
    <dgm:cxn modelId="{37594624-1082-45A9-BD1D-A451F5B70377}" type="presParOf" srcId="{0CF2A361-6901-4EAB-BA36-612A658AF210}" destId="{4A4FC0CF-29CC-4DB8-A8AD-C354BACA547D}" srcOrd="3" destOrd="0" presId="urn:microsoft.com/office/officeart/2005/8/layout/hList1"/>
    <dgm:cxn modelId="{ACF5A225-0BD7-40FA-AB91-513D162A868B}" type="presParOf" srcId="{0CF2A361-6901-4EAB-BA36-612A658AF210}" destId="{A338D293-D270-4898-9C55-5459BD3EBC83}" srcOrd="4" destOrd="0" presId="urn:microsoft.com/office/officeart/2005/8/layout/hList1"/>
    <dgm:cxn modelId="{3B1F5CFB-99CE-43CF-810A-6EEA535D0A09}" type="presParOf" srcId="{A338D293-D270-4898-9C55-5459BD3EBC83}" destId="{029C731C-B4EB-4E9D-9982-8EED6713569F}" srcOrd="0" destOrd="0" presId="urn:microsoft.com/office/officeart/2005/8/layout/hList1"/>
    <dgm:cxn modelId="{0B88A57E-EA40-46A1-AF76-59DDF35F890E}" type="presParOf" srcId="{A338D293-D270-4898-9C55-5459BD3EBC83}" destId="{648D8BC2-BE25-4BC0-BAC2-38549276EFF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0D2685-C130-4E1C-BD97-7BCE734084A4}">
      <dsp:nvSpPr>
        <dsp:cNvPr id="0" name=""/>
        <dsp:cNvSpPr/>
      </dsp:nvSpPr>
      <dsp:spPr>
        <a:xfrm>
          <a:off x="776" y="29270"/>
          <a:ext cx="891911" cy="4459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Compare CMS and HP response against submission</a:t>
          </a:r>
        </a:p>
      </dsp:txBody>
      <dsp:txXfrm>
        <a:off x="13838" y="42332"/>
        <a:ext cx="865787" cy="419831"/>
      </dsp:txXfrm>
    </dsp:sp>
    <dsp:sp modelId="{6A18C602-FF33-4C58-8A54-9310960F93BD}">
      <dsp:nvSpPr>
        <dsp:cNvPr id="0" name=""/>
        <dsp:cNvSpPr/>
      </dsp:nvSpPr>
      <dsp:spPr>
        <a:xfrm>
          <a:off x="1115666" y="29270"/>
          <a:ext cx="891911" cy="4459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Investigate Rejects, edits, and member/clinical issues</a:t>
          </a:r>
        </a:p>
      </dsp:txBody>
      <dsp:txXfrm>
        <a:off x="1128728" y="42332"/>
        <a:ext cx="865787" cy="419831"/>
      </dsp:txXfrm>
    </dsp:sp>
    <dsp:sp modelId="{918EBA67-3887-4D76-81BF-30B7F0B4246A}">
      <dsp:nvSpPr>
        <dsp:cNvPr id="0" name=""/>
        <dsp:cNvSpPr/>
      </dsp:nvSpPr>
      <dsp:spPr>
        <a:xfrm>
          <a:off x="2230555" y="29270"/>
          <a:ext cx="891911" cy="4459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Address issues and resubmit as needed</a:t>
          </a:r>
        </a:p>
      </dsp:txBody>
      <dsp:txXfrm>
        <a:off x="2243617" y="42332"/>
        <a:ext cx="865787" cy="419831"/>
      </dsp:txXfrm>
    </dsp:sp>
    <dsp:sp modelId="{DF0F4237-FF3F-48AC-8883-95BC1F18D9CD}">
      <dsp:nvSpPr>
        <dsp:cNvPr id="0" name=""/>
        <dsp:cNvSpPr/>
      </dsp:nvSpPr>
      <dsp:spPr>
        <a:xfrm>
          <a:off x="3345445" y="29270"/>
          <a:ext cx="891911" cy="4459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Outcome and Impact</a:t>
          </a:r>
        </a:p>
      </dsp:txBody>
      <dsp:txXfrm>
        <a:off x="3358507" y="42332"/>
        <a:ext cx="865787" cy="4198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CFA7CD-ACAF-4559-852B-4AB74753CE89}">
      <dsp:nvSpPr>
        <dsp:cNvPr id="0" name=""/>
        <dsp:cNvSpPr/>
      </dsp:nvSpPr>
      <dsp:spPr>
        <a:xfrm>
          <a:off x="3178" y="151020"/>
          <a:ext cx="3099494" cy="432000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</dsp:txBody>
      <dsp:txXfrm>
        <a:off x="3178" y="151020"/>
        <a:ext cx="3099494" cy="432000"/>
      </dsp:txXfrm>
    </dsp:sp>
    <dsp:sp modelId="{D6B42D7B-72CC-43D5-ADEC-DF4B6F59DD26}">
      <dsp:nvSpPr>
        <dsp:cNvPr id="0" name=""/>
        <dsp:cNvSpPr/>
      </dsp:nvSpPr>
      <dsp:spPr>
        <a:xfrm>
          <a:off x="3178" y="583020"/>
          <a:ext cx="3099494" cy="4611600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b="1" kern="1200" dirty="0"/>
            <a:t>Executive Sponsors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Gavin Helton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Michael Sarli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b="1" kern="1200" dirty="0"/>
            <a:t>Project Lead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Sandra Weiler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b="1" kern="1200" dirty="0"/>
            <a:t>Primary Discovery Resources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Fred Chen 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Jennifer Oldfather 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Linda Reed 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Ronald Goode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Aaron Peterson (PTO)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b="1" kern="1200" dirty="0"/>
            <a:t>Supporting Participants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Amber Bruno 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Emily Hogan 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Kalli Castille 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Kate Barker 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Marie Collins Hespen 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Melissa </a:t>
          </a:r>
          <a:r>
            <a:rPr lang="en-US" sz="1500" kern="1200"/>
            <a:t>Liehr </a:t>
          </a:r>
          <a:endParaRPr lang="en-US" sz="1500" kern="1200" dirty="0"/>
        </a:p>
      </dsp:txBody>
      <dsp:txXfrm>
        <a:off x="3178" y="583020"/>
        <a:ext cx="3099494" cy="4611600"/>
      </dsp:txXfrm>
    </dsp:sp>
    <dsp:sp modelId="{C08579CF-BD12-4F46-8184-2D360196E0CE}">
      <dsp:nvSpPr>
        <dsp:cNvPr id="0" name=""/>
        <dsp:cNvSpPr/>
      </dsp:nvSpPr>
      <dsp:spPr>
        <a:xfrm>
          <a:off x="3536602" y="151020"/>
          <a:ext cx="3099494" cy="432000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3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sp:txBody>
      <dsp:txXfrm>
        <a:off x="3536602" y="151020"/>
        <a:ext cx="3099494" cy="432000"/>
      </dsp:txXfrm>
    </dsp:sp>
    <dsp:sp modelId="{51DDD190-FB86-4E78-A554-43D887CA7CD7}">
      <dsp:nvSpPr>
        <dsp:cNvPr id="0" name=""/>
        <dsp:cNvSpPr/>
      </dsp:nvSpPr>
      <dsp:spPr>
        <a:xfrm>
          <a:off x="3536602" y="583020"/>
          <a:ext cx="3099494" cy="4611600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3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Project Lead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Kate McClure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3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3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Supporting Participants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Kenny Misir 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Jay Ahlmer 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Lou Steinberg </a:t>
          </a:r>
        </a:p>
      </dsp:txBody>
      <dsp:txXfrm>
        <a:off x="3536602" y="583020"/>
        <a:ext cx="3099494" cy="4611600"/>
      </dsp:txXfrm>
    </dsp:sp>
    <dsp:sp modelId="{029C731C-B4EB-4E9D-9982-8EED6713569F}">
      <dsp:nvSpPr>
        <dsp:cNvPr id="0" name=""/>
        <dsp:cNvSpPr/>
      </dsp:nvSpPr>
      <dsp:spPr>
        <a:xfrm>
          <a:off x="7070026" y="151020"/>
          <a:ext cx="3099494" cy="432000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3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sp:txBody>
      <dsp:txXfrm>
        <a:off x="7070026" y="151020"/>
        <a:ext cx="3099494" cy="432000"/>
      </dsp:txXfrm>
    </dsp:sp>
    <dsp:sp modelId="{648D8BC2-BE25-4BC0-BAC2-38549276EFFF}">
      <dsp:nvSpPr>
        <dsp:cNvPr id="0" name=""/>
        <dsp:cNvSpPr/>
      </dsp:nvSpPr>
      <dsp:spPr>
        <a:xfrm>
          <a:off x="7070026" y="583020"/>
          <a:ext cx="3099494" cy="4611600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300" b="1" kern="1200" dirty="0"/>
            <a:t>Consulting Resources:</a:t>
          </a:r>
          <a:endParaRPr lang="en-US" sz="13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Samir Rawat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Vinod Gnawali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Jay Baker</a:t>
          </a:r>
        </a:p>
      </dsp:txBody>
      <dsp:txXfrm>
        <a:off x="7070026" y="583020"/>
        <a:ext cx="3099494" cy="4611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C7EB60-6F27-4C34-ACC5-25FEF7F747B5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C6B0F-5F0C-43A8-9D48-710E2EC42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89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CEED-F2C8-4965-8D2D-300151B4C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248E3-85C0-7839-4707-F9665F55C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C7ECD-B2F5-9C6D-333E-A46A7C149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87ED6-BD9C-44E3-918E-AACF2D926BA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2DFAE-BE5C-BF01-B564-B5919B7D0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CE00F-835B-3CEC-C8E9-59F01E1C7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9841A-9C35-4E84-9A9F-8400F24A0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95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7206-DCD1-337B-5C9C-6FD184FBF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B34F6-E17B-92EC-A433-4F88509E6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FE821-EF79-A80A-F5EF-96E66F338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87ED6-BD9C-44E3-918E-AACF2D926BA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A8787-FA7D-EF66-D03B-7A5EB37BA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40D0E-CECD-6D14-2C35-6B41F0148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9841A-9C35-4E84-9A9F-8400F24A0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97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8E20B-5D61-9CC9-A6A8-D1F415660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09819-4906-BB12-D695-929B5A64C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5A03F-564F-2475-935D-7823B7410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87ED6-BD9C-44E3-918E-AACF2D926BA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A2B4-2B51-27BD-8B60-ECFDECDE3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0C6BC-A420-8631-21AA-8724C695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9841A-9C35-4E84-9A9F-8400F24A0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97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B2F43-BEA2-9432-E6CB-897338646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965C9-B62F-2FD1-75C4-F11366A9CC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F6322-49DE-4C2B-030B-870F8D85C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7EF7B-B645-B814-286C-647F1500D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87ED6-BD9C-44E3-918E-AACF2D926BA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D03B8-21E1-346C-0E5C-98BA4F4A7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15C2C-83D5-8840-BE98-5AF3B73BF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9841A-9C35-4E84-9A9F-8400F24A0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44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D4747-13CB-A82C-FF71-ACEE7D62C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8913E-1650-8127-A7BC-2E58A2E21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F4B9A9-CB5C-849B-1D53-E1BEE7477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69AD01-B4CF-A8DB-F20F-541E6B0405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C150DC-83FC-E31F-74AD-61CCA43CCF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4D4C76-2DA1-490B-02C3-6FB08607D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87ED6-BD9C-44E3-918E-AACF2D926BA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779E87-894A-35E3-A37F-5175E456F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7B7EA-7CFD-B952-CFD0-A32EC586C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9841A-9C35-4E84-9A9F-8400F24A0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56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D6921-499C-A477-0E45-BEFBBFE40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D5421B-3098-2CEE-547D-F0FED58D8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87ED6-BD9C-44E3-918E-AACF2D926BA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0C400A-1FB4-1870-03D2-1967CAE4E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BBCB1-49F7-6448-AF1A-F6F5EDA3D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9841A-9C35-4E84-9A9F-8400F24A0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122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F7D1C1-6CD1-05B5-C444-1ECCB0F56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87ED6-BD9C-44E3-918E-AACF2D926BA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2ADAA0-3366-6180-0535-A2EE4FF23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77657-2ABB-0AA4-0E52-112FE703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9841A-9C35-4E84-9A9F-8400F24A0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732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AF9B2-F69E-D5E3-7CF9-55591B14D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2AD7A-66AA-99E6-8D73-393BF277D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F9CE0-FB54-A719-3FFB-D9A76C6C4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57BC0-C7A4-820D-AAE7-4EE8BE843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87ED6-BD9C-44E3-918E-AACF2D926BA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050E7-55D6-94A8-C64A-9803BCC2F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B3FA2-F38D-6E6E-BA43-D7028311B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9841A-9C35-4E84-9A9F-8400F24A0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451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C9FA0-6E25-8F21-BA97-C3CB41B07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3183D-A989-3DFA-719A-1B13819827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AC634-3E24-3A89-B51B-6B73C7A25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B628B4-CA9B-0857-7A27-95A69EA13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87ED6-BD9C-44E3-918E-AACF2D926BA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F8768-4486-AC19-9F59-B9DBE7777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E63DD-E111-E59C-9735-F5EF7C72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9841A-9C35-4E84-9A9F-8400F24A0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002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E039B-4A6C-AD3A-26D1-A5B190092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BFF06B-A9D0-527D-73A0-8FEF8D653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29513-34E0-785C-0C58-D437ABA78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87ED6-BD9C-44E3-918E-AACF2D926BA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A6CC6-8968-8893-EE16-DD69D0F15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D895F-2085-E9EC-1720-46B6CAEB5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9841A-9C35-4E84-9A9F-8400F24A0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69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48800-D78E-99FA-4963-C61C3FE510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D0309-C392-1A4A-0979-C9C6D9E7D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645E3-C6B1-11BD-93DC-5709FF654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87ED6-BD9C-44E3-918E-AACF2D926BA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9A4FD-9A00-7244-FE20-8237A42E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89A7C-71A4-25D3-293B-5AE513F38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9841A-9C35-4E84-9A9F-8400F24A0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6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B80D1E-7AC0-285F-865A-C1E44250C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B366D-7887-E4A2-0F8E-019743D0B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C8447-5DAA-FA7B-67DC-AE8404F73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787ED6-BD9C-44E3-918E-AACF2D926BA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BF80E-64D0-82BE-B0A6-E1209C8958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229A7-A1B4-6015-8FB7-C3E58890F9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09841A-9C35-4E84-9A9F-8400F24A0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181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5.pn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4.png"/><Relationship Id="rId9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1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E8D61E-BE7E-1D3E-BBFF-AF3710622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449" y="1398901"/>
            <a:ext cx="799102" cy="5540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FD4787-F3AD-39E7-2898-D3EFB09E3CCC}"/>
              </a:ext>
            </a:extLst>
          </p:cNvPr>
          <p:cNvSpPr txBox="1"/>
          <p:nvPr/>
        </p:nvSpPr>
        <p:spPr>
          <a:xfrm>
            <a:off x="0" y="1952944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400" b="1">
                <a:solidFill>
                  <a:srgbClr val="191919"/>
                </a:solidFill>
              </a:defRPr>
            </a:pPr>
            <a:endParaRPr lang="en-US" sz="3200" dirty="0"/>
          </a:p>
          <a:p>
            <a:pPr algn="ctr">
              <a:defRPr sz="2400" b="1">
                <a:solidFill>
                  <a:srgbClr val="191919"/>
                </a:solidFill>
              </a:defRPr>
            </a:pPr>
            <a:r>
              <a:rPr lang="en-US" sz="3200" dirty="0"/>
              <a:t>Mercy  ASM Discovery &amp; Assessment </a:t>
            </a:r>
          </a:p>
          <a:p>
            <a:pPr algn="ctr">
              <a:defRPr sz="2400" b="1">
                <a:solidFill>
                  <a:srgbClr val="191919"/>
                </a:solidFill>
              </a:defRPr>
            </a:pPr>
            <a:endParaRPr lang="en-US" sz="3200" dirty="0"/>
          </a:p>
          <a:p>
            <a:pPr algn="ctr">
              <a:defRPr sz="2400" b="1">
                <a:solidFill>
                  <a:srgbClr val="191919"/>
                </a:solidFill>
              </a:defRPr>
            </a:pPr>
            <a:r>
              <a:rPr lang="en-US" sz="3200" dirty="0"/>
              <a:t>Project Kickoff</a:t>
            </a:r>
          </a:p>
          <a:p>
            <a:pPr algn="ctr">
              <a:defRPr sz="2400" b="1">
                <a:solidFill>
                  <a:srgbClr val="191919"/>
                </a:solidFill>
              </a:defRPr>
            </a:pPr>
            <a:endParaRPr lang="en-US" sz="3200" dirty="0"/>
          </a:p>
          <a:p>
            <a:pPr algn="ctr">
              <a:defRPr sz="2400" b="1">
                <a:solidFill>
                  <a:srgbClr val="191919"/>
                </a:solidFill>
              </a:defRPr>
            </a:pPr>
            <a:r>
              <a:rPr lang="en-US" sz="3200" dirty="0"/>
              <a:t>06/01/2026</a:t>
            </a:r>
          </a:p>
        </p:txBody>
      </p:sp>
    </p:spTree>
    <p:extLst>
      <p:ext uri="{BB962C8B-B14F-4D97-AF65-F5344CB8AC3E}">
        <p14:creationId xmlns:p14="http://schemas.microsoft.com/office/powerpoint/2010/main" val="2286873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CA356-70D4-CAEA-639A-565B03F99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AB844B-6AE8-FB9D-40DE-3CA9FE37C643}"/>
              </a:ext>
            </a:extLst>
          </p:cNvPr>
          <p:cNvSpPr txBox="1"/>
          <p:nvPr/>
        </p:nvSpPr>
        <p:spPr>
          <a:xfrm>
            <a:off x="0" y="11927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defRPr sz="2400" b="1">
                <a:solidFill>
                  <a:srgbClr val="191919"/>
                </a:solidFill>
              </a:defRPr>
            </a:pPr>
            <a:r>
              <a:rPr lang="en-US" sz="2400" b="1" dirty="0"/>
              <a:t>Introduction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9D5C9C-D1E2-6DF5-EC53-8A2DB53FF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83" y="119270"/>
            <a:ext cx="708801" cy="4914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1593F1-1A75-0750-6927-E52CD2EA262E}"/>
              </a:ext>
            </a:extLst>
          </p:cNvPr>
          <p:cNvSpPr txBox="1"/>
          <p:nvPr/>
        </p:nvSpPr>
        <p:spPr>
          <a:xfrm>
            <a:off x="1567815" y="909486"/>
            <a:ext cx="8966073" cy="5847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/>
              <a:t>Mercy is evaluating its ASM direct-submission operating model as and when it is transitioning toward an Azure/Databricks future state.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0C5E7C-6C37-BFF8-9657-C628522B1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815" y="1562834"/>
            <a:ext cx="8774049" cy="382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42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43B43-2E39-DC53-2E3F-6B9F82F00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B58D1C-8753-378C-B655-183330E68D3D}"/>
              </a:ext>
            </a:extLst>
          </p:cNvPr>
          <p:cNvSpPr txBox="1"/>
          <p:nvPr/>
        </p:nvSpPr>
        <p:spPr>
          <a:xfrm>
            <a:off x="0" y="11927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defRPr sz="2400" b="1">
                <a:solidFill>
                  <a:srgbClr val="191919"/>
                </a:solidFill>
              </a:defRPr>
            </a:pPr>
            <a:r>
              <a:rPr lang="en-US" sz="2400" b="1" dirty="0"/>
              <a:t>ASM Discovery &amp; Assessment Overview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6011EE-F424-CFCA-23CB-6A56E2D63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83" y="119270"/>
            <a:ext cx="708801" cy="4914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297777-52B0-E68D-E073-35C9DF551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437" y="1303929"/>
            <a:ext cx="4313075" cy="98893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0842F0-B801-4E4F-947E-881DF5BD6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2437" y="2483186"/>
            <a:ext cx="4313075" cy="1086628"/>
          </a:xfrm>
          <a:prstGeom prst="rect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E05AA7C-2F55-D949-390F-060FC306F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0574" y="1161289"/>
            <a:ext cx="1806073" cy="24381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38E9A7E-C40E-1F7D-C9AE-788CEC44A8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6647" y="1303929"/>
            <a:ext cx="1428949" cy="2265885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30AA318-8829-DEFB-8F53-F8C73A860CB0}"/>
              </a:ext>
            </a:extLst>
          </p:cNvPr>
          <p:cNvCxnSpPr>
            <a:cxnSpLocks/>
          </p:cNvCxnSpPr>
          <p:nvPr/>
        </p:nvCxnSpPr>
        <p:spPr>
          <a:xfrm>
            <a:off x="3000678" y="1658187"/>
            <a:ext cx="2223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4527E1E-61B5-CE1B-4A77-2F96F594E8CC}"/>
              </a:ext>
            </a:extLst>
          </p:cNvPr>
          <p:cNvCxnSpPr/>
          <p:nvPr/>
        </p:nvCxnSpPr>
        <p:spPr>
          <a:xfrm>
            <a:off x="3000678" y="2828455"/>
            <a:ext cx="2223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CF74881-0634-0456-6EF6-FB88947C7A57}"/>
              </a:ext>
            </a:extLst>
          </p:cNvPr>
          <p:cNvCxnSpPr>
            <a:cxnSpLocks/>
          </p:cNvCxnSpPr>
          <p:nvPr/>
        </p:nvCxnSpPr>
        <p:spPr>
          <a:xfrm>
            <a:off x="7525512" y="1658187"/>
            <a:ext cx="4250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B2463E2-2418-B30C-F187-262109C9B0FD}"/>
              </a:ext>
            </a:extLst>
          </p:cNvPr>
          <p:cNvCxnSpPr>
            <a:cxnSpLocks/>
          </p:cNvCxnSpPr>
          <p:nvPr/>
        </p:nvCxnSpPr>
        <p:spPr>
          <a:xfrm>
            <a:off x="7525512" y="2828455"/>
            <a:ext cx="4250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ECF979AB-4B03-1437-E161-9098F2FD3D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2870" y="3857656"/>
            <a:ext cx="1362983" cy="580944"/>
          </a:xfrm>
          <a:prstGeom prst="rect">
            <a:avLst/>
          </a:prstGeom>
          <a:ln w="31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D2924E4-D50D-4CAE-5696-E00981E54B6A}"/>
              </a:ext>
            </a:extLst>
          </p:cNvPr>
          <p:cNvCxnSpPr>
            <a:stCxn id="18" idx="2"/>
            <a:endCxn id="33" idx="3"/>
          </p:cNvCxnSpPr>
          <p:nvPr/>
        </p:nvCxnSpPr>
        <p:spPr>
          <a:xfrm rot="5400000">
            <a:off x="9644331" y="3321337"/>
            <a:ext cx="578314" cy="1075269"/>
          </a:xfrm>
          <a:prstGeom prst="bentConnector2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5544718-7C22-6A4B-E855-6517562F9520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8714362" y="3599488"/>
            <a:ext cx="0" cy="258168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857866E-5CC5-A636-A091-9EB34706BD99}"/>
              </a:ext>
            </a:extLst>
          </p:cNvPr>
          <p:cNvCxnSpPr>
            <a:cxnSpLocks/>
          </p:cNvCxnSpPr>
          <p:nvPr/>
        </p:nvCxnSpPr>
        <p:spPr>
          <a:xfrm>
            <a:off x="8421624" y="3599488"/>
            <a:ext cx="0" cy="256721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215DCB68-3B3D-06BC-A766-39165703E729}"/>
              </a:ext>
            </a:extLst>
          </p:cNvPr>
          <p:cNvCxnSpPr>
            <a:stCxn id="33" idx="1"/>
            <a:endCxn id="45" idx="3"/>
          </p:cNvCxnSpPr>
          <p:nvPr/>
        </p:nvCxnSpPr>
        <p:spPr>
          <a:xfrm rot="10800000">
            <a:off x="7536102" y="4147992"/>
            <a:ext cx="496768" cy="136"/>
          </a:xfrm>
          <a:prstGeom prst="bentConnector3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CC91D509-D21E-21F0-92E5-6E004AD2FACC}"/>
              </a:ext>
            </a:extLst>
          </p:cNvPr>
          <p:cNvCxnSpPr>
            <a:cxnSpLocks/>
            <a:stCxn id="45" idx="1"/>
          </p:cNvCxnSpPr>
          <p:nvPr/>
        </p:nvCxnSpPr>
        <p:spPr>
          <a:xfrm rot="10800000">
            <a:off x="2141051" y="3564424"/>
            <a:ext cx="1081977" cy="583569"/>
          </a:xfrm>
          <a:prstGeom prst="bentConnector2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0F355A1-4325-7A74-BF5B-B3A49B18B0A0}"/>
              </a:ext>
            </a:extLst>
          </p:cNvPr>
          <p:cNvGrpSpPr/>
          <p:nvPr/>
        </p:nvGrpSpPr>
        <p:grpSpPr>
          <a:xfrm>
            <a:off x="3223027" y="3857656"/>
            <a:ext cx="4313075" cy="580671"/>
            <a:chOff x="3223027" y="3866800"/>
            <a:chExt cx="4313075" cy="580671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1FEB7CD-A2DB-FCEB-7A31-0BD3C5CBE418}"/>
                </a:ext>
              </a:extLst>
            </p:cNvPr>
            <p:cNvSpPr/>
            <p:nvPr/>
          </p:nvSpPr>
          <p:spPr>
            <a:xfrm>
              <a:off x="3223027" y="3866800"/>
              <a:ext cx="4313075" cy="580671"/>
            </a:xfrm>
            <a:prstGeom prst="rect">
              <a:avLst/>
            </a:prstGeom>
            <a:ln w="63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51" name="Diagram 50">
              <a:extLst>
                <a:ext uri="{FF2B5EF4-FFF2-40B4-BE49-F238E27FC236}">
                  <a16:creationId xmlns:a16="http://schemas.microsoft.com/office/drawing/2014/main" id="{FAEF2228-C6B7-506B-3858-7F4ABD86263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08571625"/>
                </p:ext>
              </p:extLst>
            </p:nvPr>
          </p:nvGraphicFramePr>
          <p:xfrm>
            <a:off x="3249907" y="3904887"/>
            <a:ext cx="4238134" cy="50449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5D90CCBF-B98D-6639-6316-628F22B872AB}"/>
              </a:ext>
            </a:extLst>
          </p:cNvPr>
          <p:cNvSpPr txBox="1"/>
          <p:nvPr/>
        </p:nvSpPr>
        <p:spPr>
          <a:xfrm>
            <a:off x="1302479" y="4883137"/>
            <a:ext cx="9883117" cy="8002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1" dirty="0"/>
              <a:t>Project Scope: </a:t>
            </a:r>
            <a:r>
              <a:rPr lang="en-US" sz="1400" dirty="0"/>
              <a:t>Evaluate the ASM direct-submission lifecycle—from ASM file generation through Health Plan validation, processing, and CMS response reconciliation—to identify process, control, traceability, operational, and future-state improvement opportunities</a:t>
            </a:r>
            <a:r>
              <a:rPr lang="en-US" dirty="0"/>
              <a:t>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1455D65-5047-29AB-A626-ECA1D5876AEC}"/>
              </a:ext>
            </a:extLst>
          </p:cNvPr>
          <p:cNvSpPr/>
          <p:nvPr/>
        </p:nvSpPr>
        <p:spPr>
          <a:xfrm>
            <a:off x="5012942" y="2479474"/>
            <a:ext cx="2512570" cy="108494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4ED1C6C-2E04-1120-9320-803929567DAB}"/>
              </a:ext>
            </a:extLst>
          </p:cNvPr>
          <p:cNvSpPr/>
          <p:nvPr/>
        </p:nvSpPr>
        <p:spPr>
          <a:xfrm>
            <a:off x="3223025" y="3864259"/>
            <a:ext cx="4313075" cy="56098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5E30148C-13A0-63D2-73B9-01DD739C4D5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02479" y="1268575"/>
            <a:ext cx="1714739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508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2DBAC-0716-CE78-9555-71DA5A6E8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823E7A-4F07-99CD-B198-6023C1378FFE}"/>
              </a:ext>
            </a:extLst>
          </p:cNvPr>
          <p:cNvSpPr txBox="1"/>
          <p:nvPr/>
        </p:nvSpPr>
        <p:spPr>
          <a:xfrm>
            <a:off x="0" y="11927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defRPr sz="2400" b="1">
                <a:solidFill>
                  <a:srgbClr val="191919"/>
                </a:solidFill>
              </a:defRPr>
            </a:pPr>
            <a:r>
              <a:rPr lang="en-US" dirty="0"/>
              <a:t>Stakeholders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255A26-901D-54FA-2C55-081536A26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83" y="119270"/>
            <a:ext cx="708801" cy="49143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9F83232-4814-0CC1-D905-EE2035852D4F}"/>
              </a:ext>
            </a:extLst>
          </p:cNvPr>
          <p:cNvGrpSpPr/>
          <p:nvPr/>
        </p:nvGrpSpPr>
        <p:grpSpPr>
          <a:xfrm>
            <a:off x="1038225" y="931333"/>
            <a:ext cx="10172700" cy="5345642"/>
            <a:chOff x="1806575" y="1141645"/>
            <a:chExt cx="8962898" cy="4922182"/>
          </a:xfrm>
        </p:grpSpPr>
        <p:graphicFrame>
          <p:nvGraphicFramePr>
            <p:cNvPr id="5" name="Diagram 4">
              <a:extLst>
                <a:ext uri="{FF2B5EF4-FFF2-40B4-BE49-F238E27FC236}">
                  <a16:creationId xmlns:a16="http://schemas.microsoft.com/office/drawing/2014/main" id="{1F56F386-FDA4-C6AE-B8DF-AEFA0961981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623752574"/>
                </p:ext>
              </p:extLst>
            </p:nvPr>
          </p:nvGraphicFramePr>
          <p:xfrm>
            <a:off x="1806575" y="1141645"/>
            <a:ext cx="8962898" cy="492218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1493357-DFFB-7AE0-BB68-56A33BF57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4328" y="1306119"/>
              <a:ext cx="717801" cy="27352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C0210F-264B-C192-E062-30AF43F49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2818" y="1331622"/>
              <a:ext cx="1010412" cy="28112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8AEAA64-E369-2623-B294-9948F36AB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14816" y="1363999"/>
              <a:ext cx="1283396" cy="1938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9977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6B1CD-6A89-4D33-2850-9B66B0586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38E5AB4-E699-94AF-4949-C933FD22E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5" y="4284"/>
            <a:ext cx="12146070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75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C397D8CBD7F84D8E863487F0D414E8" ma:contentTypeVersion="15" ma:contentTypeDescription="Create a new document." ma:contentTypeScope="" ma:versionID="5761f920291f537977ee15965a68ad76">
  <xsd:schema xmlns:xsd="http://www.w3.org/2001/XMLSchema" xmlns:xs="http://www.w3.org/2001/XMLSchema" xmlns:p="http://schemas.microsoft.com/office/2006/metadata/properties" xmlns:ns3="f98b06f5-0dc1-49d0-b833-169220f58f17" xmlns:ns4="8faa2eb6-d929-403b-ba0a-98ac27fa22bb" targetNamespace="http://schemas.microsoft.com/office/2006/metadata/properties" ma:root="true" ma:fieldsID="7bdc5ee50cf9303451bb3032a1f9096a" ns3:_="" ns4:_="">
    <xsd:import namespace="f98b06f5-0dc1-49d0-b833-169220f58f17"/>
    <xsd:import namespace="8faa2eb6-d929-403b-ba0a-98ac27fa22b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8b06f5-0dc1-49d0-b833-169220f58f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aa2eb6-d929-403b-ba0a-98ac27fa22b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8b06f5-0dc1-49d0-b833-169220f58f1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BCBB7A-9D1B-45F5-85C1-BC396992EA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8b06f5-0dc1-49d0-b833-169220f58f17"/>
    <ds:schemaRef ds:uri="8faa2eb6-d929-403b-ba0a-98ac27fa22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400C31-7CEF-4DAA-B1A3-A9469682C70D}">
  <ds:schemaRefs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microsoft.com/office/2006/documentManagement/types"/>
    <ds:schemaRef ds:uri="8faa2eb6-d929-403b-ba0a-98ac27fa22bb"/>
    <ds:schemaRef ds:uri="http://purl.org/dc/dcmitype/"/>
    <ds:schemaRef ds:uri="http://purl.org/dc/terms/"/>
    <ds:schemaRef ds:uri="http://www.w3.org/XML/1998/namespace"/>
    <ds:schemaRef ds:uri="http://schemas.openxmlformats.org/package/2006/metadata/core-properties"/>
    <ds:schemaRef ds:uri="f98b06f5-0dc1-49d0-b833-169220f58f17"/>
  </ds:schemaRefs>
</ds:datastoreItem>
</file>

<file path=customXml/itemProps3.xml><?xml version="1.0" encoding="utf-8"?>
<ds:datastoreItem xmlns:ds="http://schemas.openxmlformats.org/officeDocument/2006/customXml" ds:itemID="{9B3740E2-6336-4089-AA56-721775FCCE3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676934a-eb4a-495f-8608-5efe266912ff}" enabled="0" method="" siteId="{d676934a-eb4a-495f-8608-5efe266912f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3755</TotalTime>
  <Words>165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Samir Rawat</dc:creator>
  <cp:lastModifiedBy>Samir Rawat</cp:lastModifiedBy>
  <cp:revision>7</cp:revision>
  <dcterms:created xsi:type="dcterms:W3CDTF">2026-04-24T22:15:45Z</dcterms:created>
  <dcterms:modified xsi:type="dcterms:W3CDTF">2026-06-24T05:14:20Z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0x010100D0C397D8CBD7F84D8E863487F0D414E8</vt:lpwstr>
  </property>
</Properties>
</file>